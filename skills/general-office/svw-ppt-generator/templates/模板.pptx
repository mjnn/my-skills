
<file path=[Content_Types].xml><?xml version="1.0" encoding="utf-8"?>
<Types xmlns="http://schemas.openxmlformats.org/package/2006/content-types">
  <Default Extension="bin" ContentType="application/vnd.ms-office.activeX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ags/tag2.xml" ContentType="application/vnd.openxmlformats-officedocument.presentationml.tags+xml"/>
  <Override PartName="/ppt/activeX/activeX1.xml" ContentType="application/vnd.ms-office.activeX+xml"/>
  <Override PartName="/ppt/activeX/activeX2.xml" ContentType="application/vnd.ms-office.activeX+xml"/>
  <Override PartName="/ppt/activeX/activeX3.xml" ContentType="application/vnd.ms-office.activeX+xml"/>
  <Override PartName="/ppt/activeX/activeX4.xml" ContentType="application/vnd.ms-office.activeX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activeX/activeX5.xml" ContentType="application/vnd.ms-office.activeX+xml"/>
  <Override PartName="/ppt/activeX/activeX6.xml" ContentType="application/vnd.ms-office.activeX+xml"/>
  <Override PartName="/ppt/activeX/activeX7.xml" ContentType="application/vnd.ms-office.activeX+xml"/>
  <Override PartName="/ppt/activeX/activeX8.xml" ContentType="application/vnd.ms-office.activeX+xml"/>
  <Override PartName="/ppt/activeX/activeX9.xml" ContentType="application/vnd.ms-office.activeX+xml"/>
  <Override PartName="/ppt/activeX/activeX10.xml" ContentType="application/vnd.ms-office.activeX+xml"/>
  <Override PartName="/ppt/activeX/activeX11.xml" ContentType="application/vnd.ms-office.activeX+xml"/>
  <Override PartName="/ppt/activeX/activeX12.xml" ContentType="application/vnd.ms-office.activeX+xml"/>
  <Override PartName="/ppt/tags/tag5.xml" ContentType="application/vnd.openxmlformats-officedocument.presentationml.tags+xml"/>
  <Override PartName="/ppt/theme/theme2.xml" ContentType="application/vnd.openxmlformats-officedocument.them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>
  <p:sldMasterIdLst>
    <p:sldMasterId id="2147483648" r:id="rId1"/>
  </p:sldMasterIdLst>
  <p:notesMasterIdLst>
    <p:notesMasterId r:id="rId8"/>
  </p:notesMasterIdLst>
  <p:sldIdLst>
    <p:sldId id="268" r:id="rId2"/>
    <p:sldId id="274" r:id="rId3"/>
    <p:sldId id="258" r:id="rId4"/>
    <p:sldId id="276" r:id="rId5"/>
    <p:sldId id="275" r:id="rId6"/>
    <p:sldId id="261" r:id="rId7"/>
  </p:sldIdLst>
  <p:sldSz cx="12192000" cy="6858000"/>
  <p:notesSz cx="6858000" cy="9144000"/>
  <p:custDataLst>
    <p:tags r:id="rId9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6096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0" marR="0" indent="609600" algn="l" defTabSz="6096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0" marR="0" indent="1219200" algn="l" defTabSz="6096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0" marR="0" indent="1828800" algn="l" defTabSz="6096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0" marR="0" indent="2438400" algn="l" defTabSz="6096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0" marR="0" indent="3048000" algn="l" defTabSz="6096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0" marR="0" indent="3657600" algn="l" defTabSz="6096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0" marR="0" indent="4267200" algn="l" defTabSz="6096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0" marR="0" indent="4876800" algn="l" defTabSz="6096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20" userDrawn="1">
          <p15:clr>
            <a:srgbClr val="A4A3A4"/>
          </p15:clr>
        </p15:guide>
        <p15:guide id="2" pos="384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C3C2611-4C71-4FC5-86AE-919BDF0F9419}" styleName="">
    <a:wholeTbl>
      <a:tcTxStyle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rgbClr val="E3E5E8"/>
          </a:solidFill>
        </a:fill>
      </a:tcStyle>
    </a:band2H>
    <a:firstCol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0"/>
            </a:schemeClr>
          </a:solidFill>
        </a:fill>
      </a:tcStyle>
    </a:firstCol>
    <a:lastRow>
      <a:tcTxStyle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 showGuides="1">
      <p:cViewPr varScale="1">
        <p:scale>
          <a:sx n="59" d="100"/>
          <a:sy n="59" d="100"/>
        </p:scale>
        <p:origin x="102" y="2340"/>
      </p:cViewPr>
      <p:guideLst>
        <p:guide orient="horz" pos="2120"/>
        <p:guide pos="384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tags" Target="tags/tag1.xml"/></Relationships>
</file>

<file path=ppt/activeX/_rels/activeX1.xml.rels><?xml version="1.0" encoding="UTF-8" standalone="yes"?>
<Relationships xmlns="http://schemas.openxmlformats.org/package/2006/relationships"><Relationship Id="rId1" Type="http://schemas.microsoft.com/office/2006/relationships/activeXControlBinary" Target="activeX1.bin"/></Relationships>
</file>

<file path=ppt/activeX/_rels/activeX2.xml.rels><?xml version="1.0" encoding="UTF-8" standalone="yes"?>
<Relationships xmlns="http://schemas.openxmlformats.org/package/2006/relationships"><Relationship Id="rId1" Type="http://schemas.microsoft.com/office/2006/relationships/activeXControlBinary" Target="activeX2.bin"/></Relationships>
</file>

<file path=ppt/activeX/_rels/activeX3.xml.rels><?xml version="1.0" encoding="UTF-8" standalone="yes"?>
<Relationships xmlns="http://schemas.openxmlformats.org/package/2006/relationships"><Relationship Id="rId1" Type="http://schemas.microsoft.com/office/2006/relationships/activeXControlBinary" Target="activeX3.bin"/></Relationships>
</file>

<file path=ppt/activeX/_rels/activeX4.xml.rels><?xml version="1.0" encoding="UTF-8" standalone="yes"?>
<Relationships xmlns="http://schemas.openxmlformats.org/package/2006/relationships"><Relationship Id="rId1" Type="http://schemas.microsoft.com/office/2006/relationships/activeXControlBinary" Target="activeX4.bin"/></Relationships>
</file>

<file path=ppt/activeX/_rels/activeX5.xml.rels><?xml version="1.0" encoding="UTF-8" standalone="yes"?>
<Relationships xmlns="http://schemas.openxmlformats.org/package/2006/relationships"><Relationship Id="rId1" Type="http://schemas.microsoft.com/office/2006/relationships/activeXControlBinary" Target="activeX5.bin"/></Relationships>
</file>

<file path=ppt/activeX/_rels/activeX6.xml.rels><?xml version="1.0" encoding="UTF-8" standalone="yes"?>
<Relationships xmlns="http://schemas.openxmlformats.org/package/2006/relationships"><Relationship Id="rId1" Type="http://schemas.microsoft.com/office/2006/relationships/activeXControlBinary" Target="activeX6.bin"/></Relationships>
</file>

<file path=ppt/activeX/_rels/activeX7.xml.rels><?xml version="1.0" encoding="UTF-8" standalone="yes"?>
<Relationships xmlns="http://schemas.openxmlformats.org/package/2006/relationships"><Relationship Id="rId1" Type="http://schemas.microsoft.com/office/2006/relationships/activeXControlBinary" Target="activeX7.bin"/></Relationships>
</file>

<file path=ppt/activeX/_rels/activeX8.xml.rels><?xml version="1.0" encoding="UTF-8" standalone="yes"?>
<Relationships xmlns="http://schemas.openxmlformats.org/package/2006/relationships"><Relationship Id="rId1" Type="http://schemas.microsoft.com/office/2006/relationships/activeXControlBinary" Target="activeX8.bin"/></Relationships>
</file>

<file path=ppt/activeX/_rels/activeX9.xml.rels><?xml version="1.0" encoding="UTF-8" standalone="yes"?>
<Relationships xmlns="http://schemas.openxmlformats.org/package/2006/relationships"><Relationship Id="rId1" Type="http://schemas.microsoft.com/office/2006/relationships/activeXControlBinary" Target="activeX9.bin"/></Relationships>
</file>

<file path=ppt/activeX/_rels/activeX10.xml.rels><?xml version="1.0" encoding="UTF-8" standalone="yes"?>
<Relationships xmlns="http://schemas.openxmlformats.org/package/2006/relationships"><Relationship Id="rId1" Type="http://schemas.microsoft.com/office/2006/relationships/activeXControlBinary" Target="activeX10.bin"/></Relationships>
</file>

<file path=ppt/activeX/_rels/activeX11.xml.rels><?xml version="1.0" encoding="UTF-8" standalone="yes"?>
<Relationships xmlns="http://schemas.openxmlformats.org/package/2006/relationships"><Relationship Id="rId1" Type="http://schemas.microsoft.com/office/2006/relationships/activeXControlBinary" Target="activeX11.bin"/></Relationships>
</file>

<file path=ppt/activeX/_rels/activeX12.xml.rels><?xml version="1.0" encoding="UTF-8" standalone="yes"?>
<Relationships xmlns="http://schemas.openxmlformats.org/package/2006/relationships"><Relationship Id="rId1" Type="http://schemas.microsoft.com/office/2006/relationships/activeXControlBinary" Target="activeX12.bin"/></Relationships>
</file>

<file path=ppt/activeX/activeX1.xml><?xml version="1.0" encoding="utf-8"?>
<ax:ocx xmlns:ax="http://schemas.microsoft.com/office/2006/activeX" xmlns:r="http://schemas.openxmlformats.org/officeDocument/2006/relationships" ax:classid="{8BD21D40-EC42-11CE-9E0D-00AA006002F3}" ax:persistence="persistStorage" r:id="rId1"/>
</file>

<file path=ppt/activeX/activeX2.xml><?xml version="1.0" encoding="utf-8"?>
<ax:ocx xmlns:ax="http://schemas.microsoft.com/office/2006/activeX" xmlns:r="http://schemas.openxmlformats.org/officeDocument/2006/relationships" ax:classid="{8BD21D40-EC42-11CE-9E0D-00AA006002F3}" ax:persistence="persistStorage" r:id="rId1"/>
</file>

<file path=ppt/activeX/activeX3.xml><?xml version="1.0" encoding="utf-8"?>
<ax:ocx xmlns:ax="http://schemas.microsoft.com/office/2006/activeX" xmlns:r="http://schemas.openxmlformats.org/officeDocument/2006/relationships" ax:classid="{8BD21D40-EC42-11CE-9E0D-00AA006002F3}" ax:persistence="persistStorage" r:id="rId1"/>
</file>

<file path=ppt/activeX/activeX4.xml><?xml version="1.0" encoding="utf-8"?>
<ax:ocx xmlns:ax="http://schemas.microsoft.com/office/2006/activeX" xmlns:r="http://schemas.openxmlformats.org/officeDocument/2006/relationships" ax:classid="{8BD21D40-EC42-11CE-9E0D-00AA006002F3}" ax:persistence="persistStorage" r:id="rId1"/>
</file>

<file path=ppt/activeX/activeX5.xml><?xml version="1.0" encoding="utf-8"?>
<ax:ocx xmlns:ax="http://schemas.microsoft.com/office/2006/activeX" xmlns:r="http://schemas.openxmlformats.org/officeDocument/2006/relationships" ax:classid="{8BD21D40-EC42-11CE-9E0D-00AA006002F3}" ax:persistence="persistStorage" r:id="rId1"/>
</file>

<file path=ppt/activeX/activeX6.xml><?xml version="1.0" encoding="utf-8"?>
<ax:ocx xmlns:ax="http://schemas.microsoft.com/office/2006/activeX" xmlns:r="http://schemas.openxmlformats.org/officeDocument/2006/relationships" ax:classid="{8BD21D40-EC42-11CE-9E0D-00AA006002F3}" ax:persistence="persistStorage" r:id="rId1"/>
</file>

<file path=ppt/activeX/activeX7.xml><?xml version="1.0" encoding="utf-8"?>
<ax:ocx xmlns:ax="http://schemas.microsoft.com/office/2006/activeX" xmlns:r="http://schemas.openxmlformats.org/officeDocument/2006/relationships" ax:classid="{8BD21D40-EC42-11CE-9E0D-00AA006002F3}" ax:persistence="persistStorage" r:id="rId1"/>
</file>

<file path=ppt/activeX/activeX8.xml><?xml version="1.0" encoding="utf-8"?>
<ax:ocx xmlns:ax="http://schemas.microsoft.com/office/2006/activeX" xmlns:r="http://schemas.openxmlformats.org/officeDocument/2006/relationships" ax:classid="{8BD21D40-EC42-11CE-9E0D-00AA006002F3}" ax:persistence="persistStorage" r:id="rId1"/>
</file>

<file path=ppt/activeX/activeX9.xml><?xml version="1.0" encoding="utf-8"?>
<ax:ocx xmlns:ax="http://schemas.microsoft.com/office/2006/activeX" xmlns:r="http://schemas.openxmlformats.org/officeDocument/2006/relationships" ax:classid="{8BD21D40-EC42-11CE-9E0D-00AA006002F3}" ax:persistence="persistStorage" r:id="rId1"/>
</file>

<file path=ppt/activeX/activeX10.xml><?xml version="1.0" encoding="utf-8"?>
<ax:ocx xmlns:ax="http://schemas.microsoft.com/office/2006/activeX" xmlns:r="http://schemas.openxmlformats.org/officeDocument/2006/relationships" ax:classid="{8BD21D40-EC42-11CE-9E0D-00AA006002F3}" ax:persistence="persistStorage" r:id="rId1"/>
</file>

<file path=ppt/activeX/activeX11.xml><?xml version="1.0" encoding="utf-8"?>
<ax:ocx xmlns:ax="http://schemas.microsoft.com/office/2006/activeX" xmlns:r="http://schemas.openxmlformats.org/officeDocument/2006/relationships" ax:classid="{8BD21D40-EC42-11CE-9E0D-00AA006002F3}" ax:persistence="persistStorage" r:id="rId1"/>
</file>

<file path=ppt/activeX/activeX12.xml><?xml version="1.0" encoding="utf-8"?>
<ax:ocx xmlns:ax="http://schemas.microsoft.com/office/2006/activeX" xmlns:r="http://schemas.openxmlformats.org/officeDocument/2006/relationships" ax:classid="{8BD21D40-EC42-11CE-9E0D-00AA006002F3}" ax:persistence="persistStorage" r:id="rId1"/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Shape 18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7" name="Shape 18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609600" latinLnBrk="0">
      <a:defRPr sz="1600">
        <a:latin typeface="+mj-lt"/>
        <a:ea typeface="+mj-ea"/>
        <a:cs typeface="+mj-cs"/>
        <a:sym typeface="Calibri" panose="020F0502020204030204"/>
      </a:defRPr>
    </a:lvl1pPr>
    <a:lvl2pPr indent="228600" defTabSz="609600" latinLnBrk="0">
      <a:defRPr sz="1600">
        <a:latin typeface="+mj-lt"/>
        <a:ea typeface="+mj-ea"/>
        <a:cs typeface="+mj-cs"/>
        <a:sym typeface="Calibri" panose="020F0502020204030204"/>
      </a:defRPr>
    </a:lvl2pPr>
    <a:lvl3pPr indent="457200" defTabSz="609600" latinLnBrk="0">
      <a:defRPr sz="1600">
        <a:latin typeface="+mj-lt"/>
        <a:ea typeface="+mj-ea"/>
        <a:cs typeface="+mj-cs"/>
        <a:sym typeface="Calibri" panose="020F0502020204030204"/>
      </a:defRPr>
    </a:lvl3pPr>
    <a:lvl4pPr indent="685800" defTabSz="609600" latinLnBrk="0">
      <a:defRPr sz="1600">
        <a:latin typeface="+mj-lt"/>
        <a:ea typeface="+mj-ea"/>
        <a:cs typeface="+mj-cs"/>
        <a:sym typeface="Calibri" panose="020F0502020204030204"/>
      </a:defRPr>
    </a:lvl4pPr>
    <a:lvl5pPr indent="914400" defTabSz="609600" latinLnBrk="0">
      <a:defRPr sz="1600">
        <a:latin typeface="+mj-lt"/>
        <a:ea typeface="+mj-ea"/>
        <a:cs typeface="+mj-cs"/>
        <a:sym typeface="Calibri" panose="020F0502020204030204"/>
      </a:defRPr>
    </a:lvl5pPr>
    <a:lvl6pPr indent="1143000" defTabSz="609600" latinLnBrk="0">
      <a:defRPr sz="1600">
        <a:latin typeface="+mj-lt"/>
        <a:ea typeface="+mj-ea"/>
        <a:cs typeface="+mj-cs"/>
        <a:sym typeface="Calibri" panose="020F0502020204030204"/>
      </a:defRPr>
    </a:lvl6pPr>
    <a:lvl7pPr indent="1371600" defTabSz="609600" latinLnBrk="0">
      <a:defRPr sz="1600">
        <a:latin typeface="+mj-lt"/>
        <a:ea typeface="+mj-ea"/>
        <a:cs typeface="+mj-cs"/>
        <a:sym typeface="Calibri" panose="020F0502020204030204"/>
      </a:defRPr>
    </a:lvl7pPr>
    <a:lvl8pPr indent="1600200" defTabSz="609600" latinLnBrk="0">
      <a:defRPr sz="1600">
        <a:latin typeface="+mj-lt"/>
        <a:ea typeface="+mj-ea"/>
        <a:cs typeface="+mj-cs"/>
        <a:sym typeface="Calibri" panose="020F0502020204030204"/>
      </a:defRPr>
    </a:lvl8pPr>
    <a:lvl9pPr indent="1828800" defTabSz="609600" latinLnBrk="0">
      <a:defRPr sz="1600">
        <a:latin typeface="+mj-lt"/>
        <a:ea typeface="+mj-ea"/>
        <a:cs typeface="+mj-cs"/>
        <a:sym typeface="Calibri" panose="020F0502020204030204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control" Target="../activeX/activeX6.xml"/><Relationship Id="rId7" Type="http://schemas.openxmlformats.org/officeDocument/2006/relationships/image" Target="../media/image4.png"/><Relationship Id="rId2" Type="http://schemas.openxmlformats.org/officeDocument/2006/relationships/control" Target="../activeX/activeX5.xml"/><Relationship Id="rId1" Type="http://schemas.openxmlformats.org/officeDocument/2006/relationships/tags" Target="../tags/tag4.xml"/><Relationship Id="rId6" Type="http://schemas.openxmlformats.org/officeDocument/2006/relationships/slideMaster" Target="../slideMasters/slideMaster1.xml"/><Relationship Id="rId5" Type="http://schemas.openxmlformats.org/officeDocument/2006/relationships/control" Target="../activeX/activeX8.xml"/><Relationship Id="rId10" Type="http://schemas.openxmlformats.org/officeDocument/2006/relationships/image" Target="../media/image3.wmf"/><Relationship Id="rId4" Type="http://schemas.openxmlformats.org/officeDocument/2006/relationships/control" Target="../activeX/activeX7.xml"/><Relationship Id="rId9" Type="http://schemas.openxmlformats.org/officeDocument/2006/relationships/image" Target="../media/image2.wmf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control" Target="../activeX/activeX11.xml"/><Relationship Id="rId7" Type="http://schemas.openxmlformats.org/officeDocument/2006/relationships/image" Target="../media/image3.wmf"/><Relationship Id="rId2" Type="http://schemas.openxmlformats.org/officeDocument/2006/relationships/control" Target="../activeX/activeX10.xml"/><Relationship Id="rId1" Type="http://schemas.openxmlformats.org/officeDocument/2006/relationships/control" Target="../activeX/activeX9.xml"/><Relationship Id="rId6" Type="http://schemas.openxmlformats.org/officeDocument/2006/relationships/image" Target="../media/image2.wmf"/><Relationship Id="rId5" Type="http://schemas.openxmlformats.org/officeDocument/2006/relationships/slideMaster" Target="../slideMasters/slideMaster1.xml"/><Relationship Id="rId4" Type="http://schemas.openxmlformats.org/officeDocument/2006/relationships/control" Target="../activeX/activeX1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图片占位符 3"/>
          <p:cNvSpPr>
            <a:spLocks noGrp="1"/>
          </p:cNvSpPr>
          <p:nvPr>
            <p:ph type="pic" idx="21"/>
          </p:nvPr>
        </p:nvSpPr>
        <p:spPr>
          <a:xfrm>
            <a:off x="2" y="776290"/>
            <a:ext cx="12192001" cy="347853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16" name="Line 8"/>
          <p:cNvSpPr/>
          <p:nvPr userDrawn="1"/>
        </p:nvSpPr>
        <p:spPr>
          <a:xfrm>
            <a:off x="0" y="6115358"/>
            <a:ext cx="12192001" cy="1"/>
          </a:xfrm>
          <a:prstGeom prst="line">
            <a:avLst/>
          </a:prstGeom>
          <a:ln w="3175">
            <a:solidFill>
              <a:schemeClr val="accent1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95300" y="5742399"/>
            <a:ext cx="3730553" cy="252001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500"/>
              </a:spcBef>
              <a:defRPr sz="1200">
                <a:solidFill>
                  <a:schemeClr val="accent1"/>
                </a:solidFill>
              </a:defRPr>
            </a:lvl1pPr>
            <a:lvl2pPr marL="935990" indent="-326390">
              <a:lnSpc>
                <a:spcPct val="100000"/>
              </a:lnSpc>
              <a:spcBef>
                <a:spcPts val="500"/>
              </a:spcBef>
              <a:buSzPct val="100000"/>
              <a:buChar char="•"/>
              <a:defRPr sz="1200">
                <a:solidFill>
                  <a:schemeClr val="accent1"/>
                </a:solidFill>
              </a:defRPr>
            </a:lvl2pPr>
            <a:lvl3pPr marL="1480185" indent="-260985">
              <a:lnSpc>
                <a:spcPct val="100000"/>
              </a:lnSpc>
              <a:spcBef>
                <a:spcPts val="500"/>
              </a:spcBef>
              <a:buSzPct val="100000"/>
              <a:buChar char="•"/>
              <a:defRPr sz="1200">
                <a:solidFill>
                  <a:schemeClr val="accent1"/>
                </a:solidFill>
              </a:defRPr>
            </a:lvl3pPr>
            <a:lvl4pPr marL="2089785" indent="-260985">
              <a:lnSpc>
                <a:spcPct val="100000"/>
              </a:lnSpc>
              <a:spcBef>
                <a:spcPts val="500"/>
              </a:spcBef>
              <a:buSzPct val="100000"/>
              <a:buChar char="•"/>
              <a:defRPr sz="1200">
                <a:solidFill>
                  <a:schemeClr val="accent1"/>
                </a:solidFill>
              </a:defRPr>
            </a:lvl4pPr>
            <a:lvl5pPr marL="2699385" indent="-260985">
              <a:lnSpc>
                <a:spcPct val="100000"/>
              </a:lnSpc>
              <a:spcBef>
                <a:spcPts val="500"/>
              </a:spcBef>
              <a:buSzPct val="100000"/>
              <a:buChar char="•"/>
              <a:defRPr sz="1200">
                <a:solidFill>
                  <a:schemeClr val="accent1"/>
                </a:solidFill>
              </a:defRPr>
            </a:lvl5pPr>
          </a:lstStyle>
          <a:p>
            <a:r>
              <a:t>部    门 Division：	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9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487362" y="4478908"/>
            <a:ext cx="11215687" cy="796807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2400"/>
            </a:lvl1pPr>
          </a:lstStyle>
          <a:p>
            <a:r>
              <a:t>标题文本</a:t>
            </a:r>
          </a:p>
        </p:txBody>
      </p:sp>
      <p:sp>
        <p:nvSpPr>
          <p:cNvPr id="20" name="文本占位符 4"/>
          <p:cNvSpPr>
            <a:spLocks noGrp="1"/>
          </p:cNvSpPr>
          <p:nvPr>
            <p:ph type="body" sz="quarter" idx="22" hasCustomPrompt="1"/>
          </p:nvPr>
        </p:nvSpPr>
        <p:spPr>
          <a:xfrm>
            <a:off x="4237073" y="5742399"/>
            <a:ext cx="3730554" cy="252001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500"/>
              </a:spcBef>
              <a:defRPr sz="1200">
                <a:solidFill>
                  <a:schemeClr val="accent1"/>
                </a:solidFill>
              </a:defRPr>
            </a:lvl1pPr>
          </a:lstStyle>
          <a:p>
            <a:r>
              <a:t>版本号 Version：</a:t>
            </a:r>
          </a:p>
        </p:txBody>
      </p:sp>
      <p:sp>
        <p:nvSpPr>
          <p:cNvPr id="21" name="文本占位符 4"/>
          <p:cNvSpPr>
            <a:spLocks noGrp="1"/>
          </p:cNvSpPr>
          <p:nvPr>
            <p:ph type="body" sz="quarter" idx="23" hasCustomPrompt="1"/>
          </p:nvPr>
        </p:nvSpPr>
        <p:spPr>
          <a:xfrm>
            <a:off x="7978846" y="5742399"/>
            <a:ext cx="3730554" cy="252001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500"/>
              </a:spcBef>
              <a:defRPr sz="1200">
                <a:solidFill>
                  <a:schemeClr val="accent1"/>
                </a:solidFill>
              </a:defRPr>
            </a:lvl1pPr>
          </a:lstStyle>
          <a:p>
            <a:r>
              <a:t>版本号 Version：</a:t>
            </a:r>
          </a:p>
        </p:txBody>
      </p:sp>
      <p:pic>
        <p:nvPicPr>
          <p:cNvPr id="13" name="图片 12" descr="微信图片_20231121155237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0109200" y="6353175"/>
            <a:ext cx="1603375" cy="250825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" descr="Picture 2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2" y="956213"/>
            <a:ext cx="6990938" cy="460505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0" name="编辑分隔页标题文字Click to edit Master title style"/>
          <p:cNvSpPr txBox="1">
            <a:spLocks noGrp="1"/>
          </p:cNvSpPr>
          <p:nvPr>
            <p:ph type="title" hasCustomPrompt="1"/>
          </p:nvPr>
        </p:nvSpPr>
        <p:spPr>
          <a:xfrm>
            <a:off x="3404196" y="2023227"/>
            <a:ext cx="8277688" cy="8213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t>编辑分隔页标题文字Click to edit Master title style</a:t>
            </a:r>
          </a:p>
        </p:txBody>
      </p:sp>
      <p:sp>
        <p:nvSpPr>
          <p:cNvPr id="31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733473" y="1785221"/>
            <a:ext cx="1715574" cy="1213201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spcBef>
                <a:spcPts val="500"/>
              </a:spcBef>
              <a:defRPr sz="10600">
                <a:solidFill>
                  <a:schemeClr val="accent2"/>
                </a:solidFill>
              </a:defRPr>
            </a:lvl1pPr>
            <a:lvl2pPr marL="3494405" indent="-2884805" algn="ctr">
              <a:lnSpc>
                <a:spcPct val="100000"/>
              </a:lnSpc>
              <a:spcBef>
                <a:spcPts val="500"/>
              </a:spcBef>
              <a:buSzPct val="100000"/>
              <a:buChar char="•"/>
              <a:defRPr sz="10600">
                <a:solidFill>
                  <a:schemeClr val="accent2"/>
                </a:solidFill>
              </a:defRPr>
            </a:lvl2pPr>
            <a:lvl3pPr marL="3526790" indent="-2307590" algn="ctr">
              <a:lnSpc>
                <a:spcPct val="100000"/>
              </a:lnSpc>
              <a:spcBef>
                <a:spcPts val="500"/>
              </a:spcBef>
              <a:buSzPct val="100000"/>
              <a:buChar char="•"/>
              <a:defRPr sz="10600">
                <a:solidFill>
                  <a:schemeClr val="accent2"/>
                </a:solidFill>
              </a:defRPr>
            </a:lvl3pPr>
            <a:lvl4pPr marL="4136390" indent="-2307590" algn="ctr">
              <a:lnSpc>
                <a:spcPct val="100000"/>
              </a:lnSpc>
              <a:spcBef>
                <a:spcPts val="500"/>
              </a:spcBef>
              <a:buSzPct val="100000"/>
              <a:buChar char="•"/>
              <a:defRPr sz="10600">
                <a:solidFill>
                  <a:schemeClr val="accent2"/>
                </a:solidFill>
              </a:defRPr>
            </a:lvl4pPr>
            <a:lvl5pPr marL="4745990" indent="-2307590" algn="ctr">
              <a:lnSpc>
                <a:spcPct val="100000"/>
              </a:lnSpc>
              <a:spcBef>
                <a:spcPts val="500"/>
              </a:spcBef>
              <a:buSzPct val="100000"/>
              <a:buChar char="•"/>
              <a:defRPr sz="10600">
                <a:solidFill>
                  <a:schemeClr val="accent2"/>
                </a:solidFill>
              </a:defRPr>
            </a:lvl5pPr>
          </a:lstStyle>
          <a:p>
            <a:r>
              <a:rPr dirty="0"/>
              <a:t>00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32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  <p:sp>
        <p:nvSpPr>
          <p:cNvPr id="34" name="logo"/>
          <p:cNvSpPr/>
          <p:nvPr userDrawn="1"/>
        </p:nvSpPr>
        <p:spPr>
          <a:xfrm>
            <a:off x="7464152" y="6360995"/>
            <a:ext cx="2949183" cy="252001"/>
          </a:xfrm>
          <a:prstGeom prst="rect">
            <a:avLst/>
          </a:prstGeom>
          <a:solidFill>
            <a:schemeClr val="accent2">
              <a:alpha val="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800">
                <a:solidFill>
                  <a:schemeClr val="accent1"/>
                </a:solidFill>
              </a:defRPr>
            </a:pPr>
            <a:endParaRPr/>
          </a:p>
        </p:txBody>
      </p:sp>
      <p:pic>
        <p:nvPicPr>
          <p:cNvPr id="13" name="图片 12" descr="微信图片_20231121155237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0109200" y="6353175"/>
            <a:ext cx="1603375" cy="250825"/>
          </a:xfrm>
          <a:prstGeom prst="rect">
            <a:avLst/>
          </a:prstGeom>
        </p:spPr>
      </p:pic>
      <p:sp>
        <p:nvSpPr>
          <p:cNvPr id="2" name="页脚占位符 5">
            <a:extLst>
              <a:ext uri="{FF2B5EF4-FFF2-40B4-BE49-F238E27FC236}">
                <a16:creationId xmlns:a16="http://schemas.microsoft.com/office/drawing/2014/main" id="{B16CE92D-18C5-1B03-4421-21618668D6A7}"/>
              </a:ext>
            </a:extLst>
          </p:cNvPr>
          <p:cNvSpPr txBox="1"/>
          <p:nvPr userDrawn="1"/>
        </p:nvSpPr>
        <p:spPr>
          <a:xfrm>
            <a:off x="503535" y="6430367"/>
            <a:ext cx="3844290" cy="123111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 anchor="ctr">
            <a:spAutoFit/>
          </a:bodyPr>
          <a:lstStyle>
            <a:lvl1pPr defTabSz="457200">
              <a:defRPr sz="80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pPr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保密级别         </a:t>
            </a:r>
            <a:r>
              <a:rPr 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C3-Secret         C2-Confidential        C1-Internal        C0-Public</a:t>
            </a:r>
            <a:endParaRPr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3" name="CheckBox1" descr="ppt/media/image2.wmf">
            <a:extLst>
              <a:ext uri="{FF2B5EF4-FFF2-40B4-BE49-F238E27FC236}">
                <a16:creationId xmlns:a16="http://schemas.microsoft.com/office/drawing/2014/main" id="{526B906E-1DB0-559E-B29E-94C56B0135F3}"/>
              </a:ext>
            </a:extLst>
          </p:cNvPr>
          <p:cNvPicPr/>
          <p:nvPr userDrawn="1"/>
        </p:nvPicPr>
        <p:blipFill>
          <a:blip r:embed="rId9"/>
          <a:stretch>
            <a:fillRect/>
          </a:stretch>
        </p:blipFill>
        <p:spPr>
          <a:xfrm>
            <a:off x="1024807" y="6414819"/>
            <a:ext cx="140649" cy="163304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CheckBox2" descr="ppt/media/image2.wmf">
            <a:extLst>
              <a:ext uri="{FF2B5EF4-FFF2-40B4-BE49-F238E27FC236}">
                <a16:creationId xmlns:a16="http://schemas.microsoft.com/office/drawing/2014/main" id="{A3517AE4-7FBF-D1D9-37D7-145047FF3AEB}"/>
              </a:ext>
            </a:extLst>
          </p:cNvPr>
          <p:cNvPicPr/>
          <p:nvPr userDrawn="1"/>
        </p:nvPicPr>
        <p:blipFill>
          <a:blip r:embed="rId9"/>
          <a:stretch>
            <a:fillRect/>
          </a:stretch>
        </p:blipFill>
        <p:spPr>
          <a:xfrm>
            <a:off x="1771112" y="6414819"/>
            <a:ext cx="140649" cy="163304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" name="CheckBox3" descr="ppt/media/image2.wmf">
            <a:extLst>
              <a:ext uri="{FF2B5EF4-FFF2-40B4-BE49-F238E27FC236}">
                <a16:creationId xmlns:a16="http://schemas.microsoft.com/office/drawing/2014/main" id="{F68D4C4F-0A7F-D23F-7807-B07D2C352BB7}"/>
              </a:ext>
            </a:extLst>
          </p:cNvPr>
          <p:cNvPicPr/>
          <p:nvPr userDrawn="1"/>
        </p:nvPicPr>
        <p:blipFill>
          <a:blip r:embed="rId9"/>
          <a:stretch>
            <a:fillRect/>
          </a:stretch>
        </p:blipFill>
        <p:spPr>
          <a:xfrm>
            <a:off x="2780801" y="6414819"/>
            <a:ext cx="140649" cy="163304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" name="CheckBox3" descr="ppt/media/image2.wmf">
            <a:extLst>
              <a:ext uri="{FF2B5EF4-FFF2-40B4-BE49-F238E27FC236}">
                <a16:creationId xmlns:a16="http://schemas.microsoft.com/office/drawing/2014/main" id="{B44F558A-1984-9A4C-B479-793506490D6B}"/>
              </a:ext>
            </a:extLst>
          </p:cNvPr>
          <p:cNvPicPr/>
          <p:nvPr userDrawn="1"/>
        </p:nvPicPr>
        <p:blipFill>
          <a:blip r:embed="rId9"/>
          <a:stretch>
            <a:fillRect/>
          </a:stretch>
        </p:blipFill>
        <p:spPr>
          <a:xfrm>
            <a:off x="3563525" y="6411939"/>
            <a:ext cx="140649" cy="163304"/>
          </a:xfrm>
          <a:prstGeom prst="rect">
            <a:avLst/>
          </a:prstGeom>
          <a:noFill/>
          <a:ln w="9525">
            <a:noFill/>
          </a:ln>
        </p:spPr>
      </p:pic>
    </p:spTree>
    <p:controls>
      <mc:AlternateContent xmlns:mc="http://schemas.openxmlformats.org/markup-compatibility/2006">
        <mc:Choice xmlns:v="urn:schemas-microsoft-com:vml" Requires="v">
          <p:control name="CheckBox1" r:id="rId2" imgW="142920" imgH="162000"/>
        </mc:Choice>
        <mc:Fallback>
          <p:control name="CheckBox1" r:id="rId2" imgW="142920" imgH="162000">
            <p:pic>
              <p:nvPicPr>
                <p:cNvPr id="7" name="CheckBox1">
                  <a:extLst>
                    <a:ext uri="{FF2B5EF4-FFF2-40B4-BE49-F238E27FC236}">
                      <a16:creationId xmlns:a16="http://schemas.microsoft.com/office/drawing/2014/main" id="{74AC1A19-B499-203D-60BE-AEBBF0022AB5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22903" y="6414819"/>
                  <a:ext cx="140649" cy="163304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name="CheckBox2" r:id="rId3" imgW="142920" imgH="162000"/>
        </mc:Choice>
        <mc:Fallback>
          <p:control name="CheckBox2" r:id="rId3" imgW="142920" imgH="162000">
            <p:pic>
              <p:nvPicPr>
                <p:cNvPr id="8" name="CheckBox2">
                  <a:extLst>
                    <a:ext uri="{FF2B5EF4-FFF2-40B4-BE49-F238E27FC236}">
                      <a16:creationId xmlns:a16="http://schemas.microsoft.com/office/drawing/2014/main" id="{749FF956-22A4-3D0A-B732-E18E7809253C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769208" y="6414819"/>
                  <a:ext cx="140649" cy="163304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name="CheckBox3" r:id="rId4" imgW="142920" imgH="162000"/>
        </mc:Choice>
        <mc:Fallback>
          <p:control name="CheckBox3" r:id="rId4" imgW="142920" imgH="162000">
            <p:pic>
              <p:nvPicPr>
                <p:cNvPr id="9" name="CheckBox3">
                  <a:extLst>
                    <a:ext uri="{FF2B5EF4-FFF2-40B4-BE49-F238E27FC236}">
                      <a16:creationId xmlns:a16="http://schemas.microsoft.com/office/drawing/2014/main" id="{4E707AAC-7999-66CA-B667-CAAD21921413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778897" y="6414819"/>
                  <a:ext cx="140649" cy="163304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name="CheckBox4" r:id="rId5" imgW="142920" imgH="162000"/>
        </mc:Choice>
        <mc:Fallback>
          <p:control name="CheckBox4" r:id="rId5" imgW="142920" imgH="162000">
            <p:pic>
              <p:nvPicPr>
                <p:cNvPr id="10" name="CheckBox4">
                  <a:extLst>
                    <a:ext uri="{FF2B5EF4-FFF2-40B4-BE49-F238E27FC236}">
                      <a16:creationId xmlns:a16="http://schemas.microsoft.com/office/drawing/2014/main" id="{791E1C30-7B69-ADAD-F13F-098713C6E91C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561621" y="6411939"/>
                  <a:ext cx="140649" cy="163304"/>
                </a:xfrm>
                <a:prstGeom prst="rect">
                  <a:avLst/>
                </a:prstGeom>
              </p:spPr>
            </p:pic>
          </p:control>
        </mc:Fallback>
      </mc:AlternateContent>
    </p:controls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ext or chart..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  <p:sp>
        <p:nvSpPr>
          <p:cNvPr id="42" name="正文级别 1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编辑正文文字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3" name="编辑标题文字Click to edit Master title sty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dirty="0" err="1"/>
              <a:t>编辑标题文字Click</a:t>
            </a:r>
            <a:r>
              <a:rPr dirty="0"/>
              <a:t> to edit Master title style</a:t>
            </a:r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  <p:sp>
        <p:nvSpPr>
          <p:cNvPr id="51" name="编辑标题文字Click to edit Master title sty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dirty="0" err="1"/>
              <a:t>编辑标题文字Click</a:t>
            </a:r>
            <a:r>
              <a:rPr dirty="0"/>
              <a:t> to edit Master title style</a:t>
            </a:r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6019018" y="6420547"/>
            <a:ext cx="153964" cy="135546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  <p:sp>
        <p:nvSpPr>
          <p:cNvPr id="2" name="页脚占位符 5">
            <a:extLst>
              <a:ext uri="{FF2B5EF4-FFF2-40B4-BE49-F238E27FC236}">
                <a16:creationId xmlns:a16="http://schemas.microsoft.com/office/drawing/2014/main" id="{303A810D-E09C-324E-BEC4-AA4F0F482ABA}"/>
              </a:ext>
            </a:extLst>
          </p:cNvPr>
          <p:cNvSpPr txBox="1"/>
          <p:nvPr userDrawn="1"/>
        </p:nvSpPr>
        <p:spPr>
          <a:xfrm>
            <a:off x="503535" y="6430367"/>
            <a:ext cx="3844290" cy="123111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 anchor="ctr">
            <a:spAutoFit/>
          </a:bodyPr>
          <a:lstStyle>
            <a:lvl1pPr defTabSz="457200">
              <a:defRPr sz="80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pPr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保密级别         </a:t>
            </a:r>
            <a:r>
              <a:rPr 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C3-Secret         C2-Confidential        C1-Internal        C0-Public</a:t>
            </a:r>
            <a:endParaRPr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3" name="CheckBox1" descr="ppt/media/image2.wmf">
            <a:extLst>
              <a:ext uri="{FF2B5EF4-FFF2-40B4-BE49-F238E27FC236}">
                <a16:creationId xmlns:a16="http://schemas.microsoft.com/office/drawing/2014/main" id="{02F3E729-8358-7E2A-DC7A-85B8EFE546D3}"/>
              </a:ext>
            </a:extLst>
          </p:cNvPr>
          <p:cNvPicPr/>
          <p:nvPr userDrawn="1"/>
        </p:nvPicPr>
        <p:blipFill>
          <a:blip r:embed="rId6"/>
          <a:stretch>
            <a:fillRect/>
          </a:stretch>
        </p:blipFill>
        <p:spPr>
          <a:xfrm>
            <a:off x="1024807" y="6414819"/>
            <a:ext cx="140649" cy="163304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CheckBox2" descr="ppt/media/image2.wmf">
            <a:extLst>
              <a:ext uri="{FF2B5EF4-FFF2-40B4-BE49-F238E27FC236}">
                <a16:creationId xmlns:a16="http://schemas.microsoft.com/office/drawing/2014/main" id="{9192B219-A3F8-79EC-7AB8-BE518D8A92D8}"/>
              </a:ext>
            </a:extLst>
          </p:cNvPr>
          <p:cNvPicPr/>
          <p:nvPr userDrawn="1"/>
        </p:nvPicPr>
        <p:blipFill>
          <a:blip r:embed="rId6"/>
          <a:stretch>
            <a:fillRect/>
          </a:stretch>
        </p:blipFill>
        <p:spPr>
          <a:xfrm>
            <a:off x="1771112" y="6414819"/>
            <a:ext cx="140649" cy="163304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" name="CheckBox3" descr="ppt/media/image2.wmf">
            <a:extLst>
              <a:ext uri="{FF2B5EF4-FFF2-40B4-BE49-F238E27FC236}">
                <a16:creationId xmlns:a16="http://schemas.microsoft.com/office/drawing/2014/main" id="{658717B4-0F08-9912-6574-3BA15D97D370}"/>
              </a:ext>
            </a:extLst>
          </p:cNvPr>
          <p:cNvPicPr/>
          <p:nvPr userDrawn="1"/>
        </p:nvPicPr>
        <p:blipFill>
          <a:blip r:embed="rId6"/>
          <a:stretch>
            <a:fillRect/>
          </a:stretch>
        </p:blipFill>
        <p:spPr>
          <a:xfrm>
            <a:off x="2780801" y="6414819"/>
            <a:ext cx="140649" cy="163304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" name="CheckBox3" descr="ppt/media/image2.wmf">
            <a:extLst>
              <a:ext uri="{FF2B5EF4-FFF2-40B4-BE49-F238E27FC236}">
                <a16:creationId xmlns:a16="http://schemas.microsoft.com/office/drawing/2014/main" id="{1C2539AA-9EC1-B850-9FFE-90793C1F1B55}"/>
              </a:ext>
            </a:extLst>
          </p:cNvPr>
          <p:cNvPicPr/>
          <p:nvPr userDrawn="1"/>
        </p:nvPicPr>
        <p:blipFill>
          <a:blip r:embed="rId6"/>
          <a:stretch>
            <a:fillRect/>
          </a:stretch>
        </p:blipFill>
        <p:spPr>
          <a:xfrm>
            <a:off x="3563525" y="6411939"/>
            <a:ext cx="140649" cy="163304"/>
          </a:xfrm>
          <a:prstGeom prst="rect">
            <a:avLst/>
          </a:prstGeom>
          <a:noFill/>
          <a:ln w="9525">
            <a:noFill/>
          </a:ln>
        </p:spPr>
      </p:pic>
    </p:spTree>
    <p:controls>
      <mc:AlternateContent xmlns:mc="http://schemas.openxmlformats.org/markup-compatibility/2006">
        <mc:Choice xmlns:v="urn:schemas-microsoft-com:vml" Requires="v">
          <p:control name="CheckBox1" r:id="rId1" imgW="142920" imgH="162000"/>
        </mc:Choice>
        <mc:Fallback>
          <p:control name="CheckBox1" r:id="rId1" imgW="142920" imgH="162000">
            <p:pic>
              <p:nvPicPr>
                <p:cNvPr id="7" name="CheckBox1">
                  <a:extLst>
                    <a:ext uri="{FF2B5EF4-FFF2-40B4-BE49-F238E27FC236}">
                      <a16:creationId xmlns:a16="http://schemas.microsoft.com/office/drawing/2014/main" id="{97947FCD-5B77-3E59-87BD-EF1431DA965C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22903" y="6414819"/>
                  <a:ext cx="140649" cy="163304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name="CheckBox2" r:id="rId2" imgW="142920" imgH="162000"/>
        </mc:Choice>
        <mc:Fallback>
          <p:control name="CheckBox2" r:id="rId2" imgW="142920" imgH="162000">
            <p:pic>
              <p:nvPicPr>
                <p:cNvPr id="8" name="CheckBox2">
                  <a:extLst>
                    <a:ext uri="{FF2B5EF4-FFF2-40B4-BE49-F238E27FC236}">
                      <a16:creationId xmlns:a16="http://schemas.microsoft.com/office/drawing/2014/main" id="{F1FFD1A0-71B7-46EE-7BF1-C104B7A7607E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769208" y="6414819"/>
                  <a:ext cx="140649" cy="163304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name="CheckBox3" r:id="rId3" imgW="142920" imgH="162000"/>
        </mc:Choice>
        <mc:Fallback>
          <p:control name="CheckBox3" r:id="rId3" imgW="142920" imgH="162000">
            <p:pic>
              <p:nvPicPr>
                <p:cNvPr id="9" name="CheckBox3">
                  <a:extLst>
                    <a:ext uri="{FF2B5EF4-FFF2-40B4-BE49-F238E27FC236}">
                      <a16:creationId xmlns:a16="http://schemas.microsoft.com/office/drawing/2014/main" id="{7A1916F7-DA8F-9B28-8710-2BD4E638FE53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778897" y="6414819"/>
                  <a:ext cx="140649" cy="163304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name="CheckBox4" r:id="rId4" imgW="142920" imgH="162000"/>
        </mc:Choice>
        <mc:Fallback>
          <p:control name="CheckBox4" r:id="rId4" imgW="142920" imgH="162000">
            <p:pic>
              <p:nvPicPr>
                <p:cNvPr id="11" name="CheckBox4">
                  <a:extLst>
                    <a:ext uri="{FF2B5EF4-FFF2-40B4-BE49-F238E27FC236}">
                      <a16:creationId xmlns:a16="http://schemas.microsoft.com/office/drawing/2014/main" id="{6D4E6155-6618-1D5D-7FB6-E8603BFB4243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561621" y="6411939"/>
                  <a:ext cx="140649" cy="163304"/>
                </a:xfrm>
                <a:prstGeom prst="rect">
                  <a:avLst/>
                </a:prstGeom>
              </p:spPr>
            </p:pic>
          </p:control>
        </mc:Fallback>
      </mc:AlternateContent>
    </p:controls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ext &amp; chart..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  <p:sp>
        <p:nvSpPr>
          <p:cNvPr id="66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82600" y="1320800"/>
            <a:ext cx="11229975" cy="565152"/>
          </a:xfrm>
          <a:prstGeom prst="rect">
            <a:avLst/>
          </a:prstGeom>
        </p:spPr>
        <p:txBody>
          <a:bodyPr/>
          <a:lstStyle>
            <a:lvl2pPr marL="990600" indent="-381000">
              <a:buSzPct val="100000"/>
              <a:buChar char="•"/>
            </a:lvl2pPr>
            <a:lvl3pPr marL="1524000" indent="-304800">
              <a:buSzPct val="100000"/>
              <a:buChar char="•"/>
            </a:lvl3pPr>
            <a:lvl4pPr marL="2133600" indent="-304800">
              <a:buSzPct val="100000"/>
              <a:buChar char="•"/>
            </a:lvl4pPr>
            <a:lvl5pPr marL="2743200" indent="-304800">
              <a:buSzPct val="100000"/>
              <a:buChar char="•"/>
            </a:lvl5pPr>
          </a:lstStyle>
          <a:p>
            <a:r>
              <a:t>编辑正文文字Click to edit Master text styles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7" name="编辑标题文字Click to edit Master title sty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编辑标题文字Click to edit Master title style</a:t>
            </a:r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  <p:sp>
        <p:nvSpPr>
          <p:cNvPr id="75" name="正文级别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6337761" y="1308100"/>
            <a:ext cx="5371641" cy="4432300"/>
          </a:xfrm>
          <a:prstGeom prst="rect">
            <a:avLst/>
          </a:prstGeom>
        </p:spPr>
        <p:txBody>
          <a:bodyPr/>
          <a:lstStyle>
            <a:lvl2pPr marL="990600" indent="-381000">
              <a:buSzPct val="100000"/>
              <a:buChar char="•"/>
            </a:lvl2pPr>
            <a:lvl3pPr marL="1524000" indent="-304800">
              <a:buSzPct val="100000"/>
              <a:buChar char="•"/>
            </a:lvl3pPr>
            <a:lvl4pPr marL="2133600" indent="-304800">
              <a:buSzPct val="100000"/>
              <a:buChar char="•"/>
            </a:lvl4pPr>
            <a:lvl5pPr marL="2743200" indent="-304800">
              <a:buSzPct val="100000"/>
              <a:buChar char="•"/>
            </a:lvl5pPr>
          </a:lstStyle>
          <a:p>
            <a:r>
              <a:t>添加文本、图片、图形、图表、表格等内容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76" name="编辑标题文字Click to edit Master title sty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编辑标题文字Click to edit Master title style</a:t>
            </a:r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lumns of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  <p:sp>
        <p:nvSpPr>
          <p:cNvPr id="84" name="正文级别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6339416" y="1320800"/>
            <a:ext cx="5373159" cy="4419600"/>
          </a:xfrm>
          <a:prstGeom prst="rect">
            <a:avLst/>
          </a:prstGeom>
          <a:ln w="9525">
            <a:solidFill>
              <a:schemeClr val="accent1"/>
            </a:solidFill>
            <a:round/>
          </a:ln>
        </p:spPr>
        <p:txBody>
          <a:bodyPr/>
          <a:lstStyle>
            <a:lvl1pPr indent="240030"/>
            <a:lvl2pPr marL="990600" indent="-381000">
              <a:buSzPct val="100000"/>
              <a:buChar char="•"/>
            </a:lvl2pPr>
            <a:lvl3pPr marL="1524000" indent="-304800">
              <a:buSzPct val="100000"/>
              <a:buChar char="•"/>
            </a:lvl3pPr>
            <a:lvl4pPr marL="2133600" indent="-304800">
              <a:buSzPct val="100000"/>
              <a:buChar char="•"/>
            </a:lvl4pPr>
            <a:lvl5pPr marL="2743200" indent="-304800">
              <a:buSzPct val="100000"/>
              <a:buChar char="•"/>
            </a:lvl5pPr>
          </a:lstStyle>
          <a:p>
            <a:r>
              <a:t>编辑正文文字Click to edit Master text styles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85" name="编辑标题文字Click to edit Master title sty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编辑标题文字Click to edit Master title style</a:t>
            </a:r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lumns of chart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  <p:sp>
        <p:nvSpPr>
          <p:cNvPr id="93" name="正文级别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482600" y="2078568"/>
            <a:ext cx="7285567" cy="3661834"/>
          </a:xfrm>
          <a:prstGeom prst="rect">
            <a:avLst/>
          </a:prstGeom>
        </p:spPr>
        <p:txBody>
          <a:bodyPr/>
          <a:lstStyle>
            <a:lvl2pPr marL="990600" indent="-381000">
              <a:buSzPct val="100000"/>
              <a:buChar char="•"/>
            </a:lvl2pPr>
            <a:lvl3pPr marL="1524000" indent="-304800">
              <a:buSzPct val="100000"/>
              <a:buChar char="•"/>
            </a:lvl3pPr>
            <a:lvl4pPr marL="2133600" indent="-304800">
              <a:buSzPct val="100000"/>
              <a:buChar char="•"/>
            </a:lvl4pPr>
            <a:lvl5pPr marL="2743200" indent="-304800">
              <a:buSzPct val="100000"/>
              <a:buChar char="•"/>
            </a:lvl5pPr>
          </a:lstStyle>
          <a:p>
            <a:r>
              <a:t>添加图片、图形、图表、表格等内容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4" name="文本占位符 9"/>
          <p:cNvSpPr>
            <a:spLocks noGrp="1"/>
          </p:cNvSpPr>
          <p:nvPr>
            <p:ph type="body" sz="quarter" idx="21" hasCustomPrompt="1"/>
          </p:nvPr>
        </p:nvSpPr>
        <p:spPr>
          <a:xfrm>
            <a:off x="8295216" y="2078568"/>
            <a:ext cx="3417359" cy="3661834"/>
          </a:xfrm>
          <a:prstGeom prst="rect">
            <a:avLst/>
          </a:prstGeom>
        </p:spPr>
        <p:txBody>
          <a:bodyPr/>
          <a:lstStyle/>
          <a:p>
            <a:r>
              <a:t>编辑正文文字
Click to edit Master text styles</a:t>
            </a:r>
          </a:p>
        </p:txBody>
      </p:sp>
      <p:sp>
        <p:nvSpPr>
          <p:cNvPr id="95" name="文本占位符 7"/>
          <p:cNvSpPr>
            <a:spLocks noGrp="1"/>
          </p:cNvSpPr>
          <p:nvPr>
            <p:ph type="body" sz="quarter" idx="22" hasCustomPrompt="1"/>
          </p:nvPr>
        </p:nvSpPr>
        <p:spPr>
          <a:xfrm>
            <a:off x="482600" y="1325034"/>
            <a:ext cx="11229975" cy="565152"/>
          </a:xfrm>
          <a:prstGeom prst="rect">
            <a:avLst/>
          </a:prstGeom>
        </p:spPr>
        <p:txBody>
          <a:bodyPr/>
          <a:lstStyle>
            <a:lvl1pPr defTabSz="591185">
              <a:defRPr sz="1360"/>
            </a:lvl1pPr>
          </a:lstStyle>
          <a:p>
            <a:r>
              <a:t>编辑正文文字 Click to edit Master text styles</a:t>
            </a:r>
          </a:p>
        </p:txBody>
      </p:sp>
      <p:sp>
        <p:nvSpPr>
          <p:cNvPr id="96" name="编辑标题文字Click to edit Master title sty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编辑标题文字Click to edit Master title style</a:t>
            </a:r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ext &amp; small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  <p:sp>
        <p:nvSpPr>
          <p:cNvPr id="104" name="正文级别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4394975" y="1319874"/>
            <a:ext cx="7317600" cy="4421309"/>
          </a:xfrm>
          <a:prstGeom prst="rect">
            <a:avLst/>
          </a:prstGeom>
        </p:spPr>
        <p:txBody>
          <a:bodyPr lIns="0" tIns="0" rIns="0" bIns="0"/>
          <a:lstStyle>
            <a:lvl2pPr marL="990600" indent="-381000">
              <a:buSzPct val="100000"/>
              <a:buChar char="•"/>
            </a:lvl2pPr>
            <a:lvl3pPr marL="1524000" indent="-304800">
              <a:buSzPct val="100000"/>
              <a:buChar char="•"/>
            </a:lvl3pPr>
            <a:lvl4pPr marL="2133600" indent="-304800">
              <a:buSzPct val="100000"/>
              <a:buChar char="•"/>
            </a:lvl4pPr>
            <a:lvl5pPr marL="2743200" indent="-304800">
              <a:buSzPct val="100000"/>
              <a:buChar char="•"/>
            </a:lvl5pPr>
          </a:lstStyle>
          <a:p>
            <a:r>
              <a:t>编辑正文文字Click to edit Master text styles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05" name="Picture Placeholder 20"/>
          <p:cNvSpPr>
            <a:spLocks noGrp="1"/>
          </p:cNvSpPr>
          <p:nvPr>
            <p:ph type="pic" sz="quarter" idx="21"/>
          </p:nvPr>
        </p:nvSpPr>
        <p:spPr>
          <a:xfrm>
            <a:off x="479425" y="1319874"/>
            <a:ext cx="3411360" cy="4421309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106" name="编辑标题文字Click to edit Master title sty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编辑标题文字Click to edit Master title style</a:t>
            </a:r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ext &amp; larg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  <p:sp>
        <p:nvSpPr>
          <p:cNvPr id="114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295216" y="1320800"/>
            <a:ext cx="3417359" cy="4419600"/>
          </a:xfrm>
          <a:prstGeom prst="rect">
            <a:avLst/>
          </a:prstGeom>
        </p:spPr>
        <p:txBody>
          <a:bodyPr/>
          <a:lstStyle>
            <a:lvl2pPr marL="990600" indent="-381000">
              <a:buSzPct val="100000"/>
              <a:buChar char="•"/>
            </a:lvl2pPr>
            <a:lvl3pPr marL="1524000" indent="-304800">
              <a:buSzPct val="100000"/>
              <a:buChar char="•"/>
            </a:lvl3pPr>
            <a:lvl4pPr marL="2133600" indent="-304800">
              <a:buSzPct val="100000"/>
              <a:buChar char="•"/>
            </a:lvl4pPr>
            <a:lvl5pPr marL="2743200" indent="-304800">
              <a:buSzPct val="100000"/>
              <a:buChar char="•"/>
            </a:lvl5pPr>
          </a:lstStyle>
          <a:p>
            <a:r>
              <a:t>编辑正文文字Click to edit Master text styles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5" name="Picture Placeholder 20"/>
          <p:cNvSpPr>
            <a:spLocks noGrp="1"/>
          </p:cNvSpPr>
          <p:nvPr>
            <p:ph type="pic" sz="half" idx="21"/>
          </p:nvPr>
        </p:nvSpPr>
        <p:spPr>
          <a:xfrm>
            <a:off x="479425" y="1319874"/>
            <a:ext cx="7311660" cy="4421309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116" name="编辑标题文字Click to edit Master title sty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编辑标题文字Click to edit Master title style</a:t>
            </a:r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ext &amp;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  <p:sp>
        <p:nvSpPr>
          <p:cNvPr id="124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83646" y="3211908"/>
            <a:ext cx="3382435" cy="2529416"/>
          </a:xfrm>
          <a:prstGeom prst="rect">
            <a:avLst/>
          </a:prstGeom>
        </p:spPr>
        <p:txBody>
          <a:bodyPr/>
          <a:lstStyle>
            <a:lvl2pPr marL="990600" indent="-381000">
              <a:buSzPct val="100000"/>
              <a:buChar char="•"/>
            </a:lvl2pPr>
            <a:lvl3pPr marL="1524000" indent="-304800">
              <a:buSzPct val="100000"/>
              <a:buChar char="•"/>
            </a:lvl3pPr>
            <a:lvl4pPr marL="2133600" indent="-304800">
              <a:buSzPct val="100000"/>
              <a:buChar char="•"/>
            </a:lvl4pPr>
            <a:lvl5pPr marL="2743200" indent="-304800">
              <a:buSzPct val="100000"/>
              <a:buChar char="•"/>
            </a:lvl5pPr>
          </a:lstStyle>
          <a:p>
            <a:r>
              <a:t>编辑正文文字Click to edit Master text styles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25" name="图片占位符 3"/>
          <p:cNvSpPr>
            <a:spLocks noGrp="1"/>
          </p:cNvSpPr>
          <p:nvPr>
            <p:ph type="pic" sz="quarter" idx="21"/>
          </p:nvPr>
        </p:nvSpPr>
        <p:spPr>
          <a:xfrm>
            <a:off x="482600" y="1320800"/>
            <a:ext cx="3383480" cy="1701139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126" name="图片占位符 3"/>
          <p:cNvSpPr>
            <a:spLocks noGrp="1"/>
          </p:cNvSpPr>
          <p:nvPr>
            <p:ph type="pic" sz="quarter" idx="22"/>
          </p:nvPr>
        </p:nvSpPr>
        <p:spPr>
          <a:xfrm>
            <a:off x="4397219" y="1319876"/>
            <a:ext cx="3393601" cy="170114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127" name="图片占位符 3"/>
          <p:cNvSpPr>
            <a:spLocks noGrp="1"/>
          </p:cNvSpPr>
          <p:nvPr>
            <p:ph type="pic" sz="quarter" idx="23"/>
          </p:nvPr>
        </p:nvSpPr>
        <p:spPr>
          <a:xfrm>
            <a:off x="8290111" y="1319876"/>
            <a:ext cx="3422180" cy="170114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128" name="编辑标题文字Click to edit Master title sty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编辑标题文字Click to edit Master title style</a:t>
            </a:r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  <p:sp>
        <p:nvSpPr>
          <p:cNvPr id="136" name="图片占位符 3"/>
          <p:cNvSpPr>
            <a:spLocks noGrp="1"/>
          </p:cNvSpPr>
          <p:nvPr>
            <p:ph type="pic" sz="quarter" idx="21"/>
          </p:nvPr>
        </p:nvSpPr>
        <p:spPr>
          <a:xfrm>
            <a:off x="482600" y="1319876"/>
            <a:ext cx="3383480" cy="20837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137" name="图片占位符 3"/>
          <p:cNvSpPr>
            <a:spLocks noGrp="1"/>
          </p:cNvSpPr>
          <p:nvPr>
            <p:ph type="pic" sz="quarter" idx="22"/>
          </p:nvPr>
        </p:nvSpPr>
        <p:spPr>
          <a:xfrm>
            <a:off x="4397219" y="1319876"/>
            <a:ext cx="3393601" cy="20837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138" name="图片占位符 3"/>
          <p:cNvSpPr>
            <a:spLocks noGrp="1"/>
          </p:cNvSpPr>
          <p:nvPr>
            <p:ph type="pic" sz="quarter" idx="23"/>
          </p:nvPr>
        </p:nvSpPr>
        <p:spPr>
          <a:xfrm>
            <a:off x="8290111" y="1319876"/>
            <a:ext cx="3422464" cy="20837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139" name="编辑标题文字Click to edit Master title sty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编辑标题文字Click to edit Master title style</a:t>
            </a:r>
          </a:p>
        </p:txBody>
      </p:sp>
      <p:sp>
        <p:nvSpPr>
          <p:cNvPr id="140" name="图片占位符 3"/>
          <p:cNvSpPr>
            <a:spLocks noGrp="1"/>
          </p:cNvSpPr>
          <p:nvPr>
            <p:ph type="pic" sz="quarter" idx="24"/>
          </p:nvPr>
        </p:nvSpPr>
        <p:spPr>
          <a:xfrm>
            <a:off x="482600" y="3656676"/>
            <a:ext cx="3383480" cy="20837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141" name="图片占位符 3"/>
          <p:cNvSpPr>
            <a:spLocks noGrp="1"/>
          </p:cNvSpPr>
          <p:nvPr>
            <p:ph type="pic" sz="quarter" idx="25"/>
          </p:nvPr>
        </p:nvSpPr>
        <p:spPr>
          <a:xfrm>
            <a:off x="4397219" y="3656676"/>
            <a:ext cx="3393601" cy="20837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142" name="图片占位符 3"/>
          <p:cNvSpPr>
            <a:spLocks noGrp="1"/>
          </p:cNvSpPr>
          <p:nvPr>
            <p:ph type="pic" sz="quarter" idx="26"/>
          </p:nvPr>
        </p:nvSpPr>
        <p:spPr>
          <a:xfrm>
            <a:off x="8290111" y="3656676"/>
            <a:ext cx="3422464" cy="20837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Larg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  <p:sp>
        <p:nvSpPr>
          <p:cNvPr id="150" name="Picture Placeholder 20"/>
          <p:cNvSpPr>
            <a:spLocks noGrp="1"/>
          </p:cNvSpPr>
          <p:nvPr>
            <p:ph type="pic" idx="21"/>
          </p:nvPr>
        </p:nvSpPr>
        <p:spPr>
          <a:xfrm>
            <a:off x="482598" y="1319874"/>
            <a:ext cx="11229976" cy="4421309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151" name="编辑标题文字Click to edit Master title sty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编辑标题文字Click to edit Master title style</a:t>
            </a:r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ext on color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  <p:sp>
        <p:nvSpPr>
          <p:cNvPr id="159" name="正文级别 1…"/>
          <p:cNvSpPr txBox="1">
            <a:spLocks noGrp="1"/>
          </p:cNvSpPr>
          <p:nvPr>
            <p:ph type="body" idx="1" hasCustomPrompt="1"/>
          </p:nvPr>
        </p:nvSpPr>
        <p:spPr>
          <a:xfrm>
            <a:off x="482600" y="1319874"/>
            <a:ext cx="11229975" cy="4421309"/>
          </a:xfrm>
          <a:prstGeom prst="rect">
            <a:avLst/>
          </a:prstGeom>
          <a:solidFill>
            <a:srgbClr val="DCDCDC"/>
          </a:solidFill>
        </p:spPr>
        <p:txBody>
          <a:bodyPr lIns="0" tIns="0" rIns="0" bIns="0"/>
          <a:lstStyle>
            <a:lvl1pPr indent="240030"/>
          </a:lstStyle>
          <a:p>
            <a:r>
              <a:t>编辑正文文字 Click to edit Master text styles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60" name="编辑标题文字Click to edit Master title sty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/>
              <a:t>编辑标题文字Click</a:t>
            </a:r>
            <a:r>
              <a:rPr dirty="0"/>
              <a:t> to edit Master title style</a:t>
            </a:r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&amp; text on color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  <p:sp>
        <p:nvSpPr>
          <p:cNvPr id="168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297333" y="1318685"/>
            <a:ext cx="3415242" cy="4421717"/>
          </a:xfrm>
          <a:prstGeom prst="rect">
            <a:avLst/>
          </a:prstGeom>
          <a:solidFill>
            <a:srgbClr val="DCDCDC"/>
          </a:solidFill>
        </p:spPr>
        <p:txBody>
          <a:bodyPr/>
          <a:lstStyle>
            <a:lvl1pPr indent="240030"/>
            <a:lvl2pPr marL="990600" indent="-381000">
              <a:buSzPct val="100000"/>
              <a:buChar char="•"/>
            </a:lvl2pPr>
            <a:lvl3pPr marL="1524000" indent="-304800">
              <a:buSzPct val="100000"/>
              <a:buChar char="•"/>
            </a:lvl3pPr>
            <a:lvl4pPr marL="2133600" indent="-304800">
              <a:buSzPct val="100000"/>
              <a:buChar char="•"/>
            </a:lvl4pPr>
            <a:lvl5pPr marL="2743200" indent="-304800">
              <a:buSzPct val="100000"/>
              <a:buChar char="•"/>
            </a:lvl5pPr>
          </a:lstStyle>
          <a:p>
            <a:r>
              <a:t>编辑正文文字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69" name="Picture Placeholder 20"/>
          <p:cNvSpPr>
            <a:spLocks noGrp="1"/>
          </p:cNvSpPr>
          <p:nvPr>
            <p:ph type="pic" sz="half" idx="21"/>
          </p:nvPr>
        </p:nvSpPr>
        <p:spPr>
          <a:xfrm>
            <a:off x="482600" y="1320800"/>
            <a:ext cx="7282016" cy="4421309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170" name="编辑标题文字Click to edit Master title sty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编辑标题文字Click to edit Master title style</a:t>
            </a:r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Line 8"/>
          <p:cNvSpPr/>
          <p:nvPr userDrawn="1"/>
        </p:nvSpPr>
        <p:spPr>
          <a:xfrm>
            <a:off x="0" y="6115358"/>
            <a:ext cx="12192001" cy="1"/>
          </a:xfrm>
          <a:prstGeom prst="line">
            <a:avLst/>
          </a:prstGeom>
          <a:ln w="3175">
            <a:solidFill>
              <a:schemeClr val="accent1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79" name="Line 8"/>
          <p:cNvSpPr/>
          <p:nvPr userDrawn="1"/>
        </p:nvSpPr>
        <p:spPr>
          <a:xfrm>
            <a:off x="0" y="940748"/>
            <a:ext cx="12192001" cy="1"/>
          </a:xfrm>
          <a:prstGeom prst="line">
            <a:avLst/>
          </a:prstGeom>
          <a:ln w="3175">
            <a:solidFill>
              <a:schemeClr val="accent1"/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3" name="图片 12" descr="微信图片_20231121155237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997835" y="3009265"/>
            <a:ext cx="5362564" cy="838800"/>
          </a:xfrm>
          <a:prstGeom prst="rect">
            <a:avLst/>
          </a:prstGeom>
        </p:spPr>
      </p:pic>
      <p:sp>
        <p:nvSpPr>
          <p:cNvPr id="6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6019018" y="6420547"/>
            <a:ext cx="153964" cy="135546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26" Type="http://schemas.openxmlformats.org/officeDocument/2006/relationships/image" Target="../media/image3.wmf"/><Relationship Id="rId3" Type="http://schemas.openxmlformats.org/officeDocument/2006/relationships/slideLayout" Target="../slideLayouts/slideLayout3.xml"/><Relationship Id="rId21" Type="http://schemas.openxmlformats.org/officeDocument/2006/relationships/control" Target="../activeX/activeX2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2.wmf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control" Target="../activeX/activeX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control" Target="../activeX/activeX4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control" Target="../activeX/activeX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8"/>
          <p:cNvSpPr/>
          <p:nvPr userDrawn="1"/>
        </p:nvSpPr>
        <p:spPr>
          <a:xfrm>
            <a:off x="0" y="6115358"/>
            <a:ext cx="12192001" cy="1"/>
          </a:xfrm>
          <a:prstGeom prst="line">
            <a:avLst/>
          </a:prstGeom>
          <a:ln w="3175">
            <a:solidFill>
              <a:schemeClr val="accent1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6019018" y="6420547"/>
            <a:ext cx="153964" cy="135546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ctr" defTabSz="457200">
              <a:defRPr sz="1000">
                <a:solidFill>
                  <a:schemeClr val="accent2"/>
                </a:solidFill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sp>
        <p:nvSpPr>
          <p:cNvPr id="4" name="Line 8"/>
          <p:cNvSpPr/>
          <p:nvPr userDrawn="1"/>
        </p:nvSpPr>
        <p:spPr>
          <a:xfrm>
            <a:off x="0" y="940748"/>
            <a:ext cx="12192001" cy="1"/>
          </a:xfrm>
          <a:prstGeom prst="line">
            <a:avLst/>
          </a:prstGeom>
          <a:ln w="3175">
            <a:solidFill>
              <a:schemeClr val="accent1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" name="logo"/>
          <p:cNvSpPr/>
          <p:nvPr userDrawn="1"/>
        </p:nvSpPr>
        <p:spPr>
          <a:xfrm>
            <a:off x="7464152" y="6360995"/>
            <a:ext cx="2949183" cy="252001"/>
          </a:xfrm>
          <a:prstGeom prst="rect">
            <a:avLst/>
          </a:prstGeom>
          <a:solidFill>
            <a:schemeClr val="accent2">
              <a:alpha val="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800">
                <a:solidFill>
                  <a:schemeClr val="accent1"/>
                </a:solidFill>
              </a:defRPr>
            </a:pPr>
            <a:endParaRPr/>
          </a:p>
        </p:txBody>
      </p:sp>
      <p:sp>
        <p:nvSpPr>
          <p:cNvPr id="7" name="正文级别 1…"/>
          <p:cNvSpPr txBox="1">
            <a:spLocks noGrp="1"/>
          </p:cNvSpPr>
          <p:nvPr>
            <p:ph type="body" idx="1" hasCustomPrompt="1"/>
          </p:nvPr>
        </p:nvSpPr>
        <p:spPr>
          <a:xfrm>
            <a:off x="482600" y="1308100"/>
            <a:ext cx="11226800" cy="44323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r>
              <a:rPr dirty="0" err="1"/>
              <a:t>编辑正文文字</a:t>
            </a:r>
            <a:endParaRPr dirty="0"/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8" name="编辑标题文字Click to edit Master title style"/>
          <p:cNvSpPr txBox="1">
            <a:spLocks noGrp="1"/>
          </p:cNvSpPr>
          <p:nvPr>
            <p:ph type="title" hasCustomPrompt="1"/>
          </p:nvPr>
        </p:nvSpPr>
        <p:spPr>
          <a:xfrm>
            <a:off x="482598" y="190501"/>
            <a:ext cx="11229976" cy="568325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r>
              <a:rPr dirty="0" err="1"/>
              <a:t>编辑标题文字Click</a:t>
            </a:r>
            <a:r>
              <a:rPr dirty="0"/>
              <a:t> to edit Master title style</a:t>
            </a:r>
          </a:p>
        </p:txBody>
      </p:sp>
      <p:pic>
        <p:nvPicPr>
          <p:cNvPr id="13" name="图片 12" descr="微信图片_20231121155237"/>
          <p:cNvPicPr>
            <a:picLocks noChangeAspect="1"/>
          </p:cNvPicPr>
          <p:nvPr userDrawn="1">
            <p:custDataLst>
              <p:tags r:id="rId19"/>
            </p:custDataLst>
          </p:nvPr>
        </p:nvPicPr>
        <p:blipFill>
          <a:blip r:embed="rId24"/>
          <a:stretch>
            <a:fillRect/>
          </a:stretch>
        </p:blipFill>
        <p:spPr>
          <a:xfrm>
            <a:off x="10109200" y="6353175"/>
            <a:ext cx="1603375" cy="250825"/>
          </a:xfrm>
          <a:prstGeom prst="rect">
            <a:avLst/>
          </a:prstGeom>
        </p:spPr>
      </p:pic>
      <p:sp>
        <p:nvSpPr>
          <p:cNvPr id="5" name="页脚占位符 5">
            <a:extLst>
              <a:ext uri="{FF2B5EF4-FFF2-40B4-BE49-F238E27FC236}">
                <a16:creationId xmlns:a16="http://schemas.microsoft.com/office/drawing/2014/main" id="{DA712838-DF93-D376-FF45-E001E4FA86FD}"/>
              </a:ext>
            </a:extLst>
          </p:cNvPr>
          <p:cNvSpPr txBox="1"/>
          <p:nvPr userDrawn="1"/>
        </p:nvSpPr>
        <p:spPr>
          <a:xfrm>
            <a:off x="503535" y="6430367"/>
            <a:ext cx="3844290" cy="123111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 anchor="ctr">
            <a:spAutoFit/>
          </a:bodyPr>
          <a:lstStyle>
            <a:lvl1pPr defTabSz="457200">
              <a:defRPr sz="80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pPr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保密级别         </a:t>
            </a:r>
            <a:r>
              <a:rPr 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C3-Secret         C2-Confidential        C1-Internal        C0-Public</a:t>
            </a:r>
            <a:endParaRPr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9" name="CheckBox1" descr="ppt/media/image2.wmf">
            <a:extLst>
              <a:ext uri="{FF2B5EF4-FFF2-40B4-BE49-F238E27FC236}">
                <a16:creationId xmlns:a16="http://schemas.microsoft.com/office/drawing/2014/main" id="{857BA37E-0A53-1030-FFD4-EF72A13BB5D7}"/>
              </a:ext>
            </a:extLst>
          </p:cNvPr>
          <p:cNvPicPr/>
          <p:nvPr userDrawn="1"/>
        </p:nvPicPr>
        <p:blipFill>
          <a:blip r:embed="rId25"/>
          <a:stretch>
            <a:fillRect/>
          </a:stretch>
        </p:blipFill>
        <p:spPr>
          <a:xfrm>
            <a:off x="1024807" y="6414819"/>
            <a:ext cx="140649" cy="163304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" name="CheckBox2" descr="ppt/media/image2.wmf">
            <a:extLst>
              <a:ext uri="{FF2B5EF4-FFF2-40B4-BE49-F238E27FC236}">
                <a16:creationId xmlns:a16="http://schemas.microsoft.com/office/drawing/2014/main" id="{962B9146-CF69-6706-2C7A-FE061838AC51}"/>
              </a:ext>
            </a:extLst>
          </p:cNvPr>
          <p:cNvPicPr/>
          <p:nvPr userDrawn="1"/>
        </p:nvPicPr>
        <p:blipFill>
          <a:blip r:embed="rId25"/>
          <a:stretch>
            <a:fillRect/>
          </a:stretch>
        </p:blipFill>
        <p:spPr>
          <a:xfrm>
            <a:off x="1771112" y="6414819"/>
            <a:ext cx="140649" cy="163304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" name="CheckBox3" descr="ppt/media/image2.wmf">
            <a:extLst>
              <a:ext uri="{FF2B5EF4-FFF2-40B4-BE49-F238E27FC236}">
                <a16:creationId xmlns:a16="http://schemas.microsoft.com/office/drawing/2014/main" id="{BCE10460-18C2-0A1C-9EB8-BC862EB12A4D}"/>
              </a:ext>
            </a:extLst>
          </p:cNvPr>
          <p:cNvPicPr/>
          <p:nvPr userDrawn="1"/>
        </p:nvPicPr>
        <p:blipFill>
          <a:blip r:embed="rId25"/>
          <a:stretch>
            <a:fillRect/>
          </a:stretch>
        </p:blipFill>
        <p:spPr>
          <a:xfrm>
            <a:off x="2780801" y="6414819"/>
            <a:ext cx="140649" cy="163304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" name="CheckBox3" descr="ppt/media/image2.wmf">
            <a:extLst>
              <a:ext uri="{FF2B5EF4-FFF2-40B4-BE49-F238E27FC236}">
                <a16:creationId xmlns:a16="http://schemas.microsoft.com/office/drawing/2014/main" id="{9343A513-E961-F3A2-03A3-1E078C4FB2AE}"/>
              </a:ext>
            </a:extLst>
          </p:cNvPr>
          <p:cNvPicPr/>
          <p:nvPr userDrawn="1"/>
        </p:nvPicPr>
        <p:blipFill>
          <a:blip r:embed="rId25"/>
          <a:stretch>
            <a:fillRect/>
          </a:stretch>
        </p:blipFill>
        <p:spPr>
          <a:xfrm>
            <a:off x="3563525" y="6411939"/>
            <a:ext cx="140649" cy="163304"/>
          </a:xfrm>
          <a:prstGeom prst="rect">
            <a:avLst/>
          </a:prstGeom>
          <a:noFill/>
          <a:ln w="9525">
            <a:noFill/>
          </a:ln>
        </p:spPr>
      </p:pic>
    </p:spTree>
    <p:controls>
      <mc:AlternateContent xmlns:mc="http://schemas.openxmlformats.org/markup-compatibility/2006">
        <mc:Choice xmlns:v="urn:schemas-microsoft-com:vml" Requires="v">
          <p:control name="CheckBox1" r:id="rId20" imgW="142920" imgH="162000"/>
        </mc:Choice>
        <mc:Fallback>
          <p:control name="CheckBox1" r:id="rId20" imgW="142920" imgH="162000">
            <p:pic>
              <p:nvPicPr>
                <p:cNvPr id="14" name="CheckBox1">
                  <a:extLst>
                    <a:ext uri="{FF2B5EF4-FFF2-40B4-BE49-F238E27FC236}">
                      <a16:creationId xmlns:a16="http://schemas.microsoft.com/office/drawing/2014/main" id="{D5E2ECF0-2A0F-1B7F-3F9D-ADEB20FFBB53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022903" y="6414819"/>
                  <a:ext cx="140649" cy="163304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name="CheckBox2" r:id="rId21" imgW="142920" imgH="162000"/>
        </mc:Choice>
        <mc:Fallback>
          <p:control name="CheckBox2" r:id="rId21" imgW="142920" imgH="162000">
            <p:pic>
              <p:nvPicPr>
                <p:cNvPr id="15" name="CheckBox2">
                  <a:extLst>
                    <a:ext uri="{FF2B5EF4-FFF2-40B4-BE49-F238E27FC236}">
                      <a16:creationId xmlns:a16="http://schemas.microsoft.com/office/drawing/2014/main" id="{87ABBFAD-AD5A-6321-B65D-4EA48520F501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769208" y="6414819"/>
                  <a:ext cx="140649" cy="163304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name="CheckBox3" r:id="rId22" imgW="142920" imgH="162000"/>
        </mc:Choice>
        <mc:Fallback>
          <p:control name="CheckBox3" r:id="rId22" imgW="142920" imgH="162000">
            <p:pic>
              <p:nvPicPr>
                <p:cNvPr id="16" name="CheckBox3">
                  <a:extLst>
                    <a:ext uri="{FF2B5EF4-FFF2-40B4-BE49-F238E27FC236}">
                      <a16:creationId xmlns:a16="http://schemas.microsoft.com/office/drawing/2014/main" id="{9C950BC6-6F5E-9ABE-2639-88227EF24BA7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778897" y="6414819"/>
                  <a:ext cx="140649" cy="163304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name="CheckBox4" r:id="rId23" imgW="142920" imgH="162000"/>
        </mc:Choice>
        <mc:Fallback>
          <p:control name="CheckBox4" r:id="rId23" imgW="142920" imgH="162000">
            <p:pic>
              <p:nvPicPr>
                <p:cNvPr id="17" name="CheckBox4">
                  <a:extLst>
                    <a:ext uri="{FF2B5EF4-FFF2-40B4-BE49-F238E27FC236}">
                      <a16:creationId xmlns:a16="http://schemas.microsoft.com/office/drawing/2014/main" id="{95B21C42-04D8-1B2C-2D20-46F059D7D424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561621" y="6411939"/>
                  <a:ext cx="140649" cy="163304"/>
                </a:xfrm>
                <a:prstGeom prst="rect">
                  <a:avLst/>
                </a:prstGeom>
              </p:spPr>
            </p:pic>
          </p:control>
        </mc:Fallback>
      </mc:AlternateContent>
    </p:controls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ransition spd="med"/>
  <p:hf hdr="0" ftr="0" dt="0"/>
  <p:txStyles>
    <p:titleStyle>
      <a:lvl1pPr marL="0" marR="0" indent="0" algn="l" defTabSz="6096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1" i="0" u="none" strike="noStrike" cap="none" spc="0" baseline="0">
          <a:solidFill>
            <a:schemeClr val="accent1"/>
          </a:solidFill>
          <a:uFillTx/>
          <a:latin typeface="微软雅黑" panose="020B0503020204020204" charset="-122"/>
          <a:ea typeface="微软雅黑" panose="020B0503020204020204" charset="-122"/>
          <a:cs typeface="Arial" panose="020B0604020202020204" pitchFamily="34" charset="0"/>
          <a:sym typeface="Arial" panose="020B0604020202020204"/>
        </a:defRPr>
      </a:lvl1pPr>
      <a:lvl2pPr marL="0" marR="0" indent="0" algn="l" defTabSz="6096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100" b="1" i="0" u="none" strike="noStrike" cap="none" spc="0" baseline="0">
          <a:solidFill>
            <a:schemeClr val="accent1"/>
          </a:solidFill>
          <a:uFillTx/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L="0" marR="0" indent="0" algn="l" defTabSz="6096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100" b="1" i="0" u="none" strike="noStrike" cap="none" spc="0" baseline="0">
          <a:solidFill>
            <a:schemeClr val="accent1"/>
          </a:solidFill>
          <a:uFillTx/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L="0" marR="0" indent="0" algn="l" defTabSz="6096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100" b="1" i="0" u="none" strike="noStrike" cap="none" spc="0" baseline="0">
          <a:solidFill>
            <a:schemeClr val="accent1"/>
          </a:solidFill>
          <a:uFillTx/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L="0" marR="0" indent="0" algn="l" defTabSz="6096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100" b="1" i="0" u="none" strike="noStrike" cap="none" spc="0" baseline="0">
          <a:solidFill>
            <a:schemeClr val="accent1"/>
          </a:solidFill>
          <a:uFillTx/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L="0" marR="0" indent="0" algn="l" defTabSz="6096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100" b="1" i="0" u="none" strike="noStrike" cap="none" spc="0" baseline="0">
          <a:solidFill>
            <a:schemeClr val="accent1"/>
          </a:solidFill>
          <a:uFillTx/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L="0" marR="0" indent="0" algn="l" defTabSz="6096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100" b="1" i="0" u="none" strike="noStrike" cap="none" spc="0" baseline="0">
          <a:solidFill>
            <a:schemeClr val="accent1"/>
          </a:solidFill>
          <a:uFillTx/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L="0" marR="0" indent="0" algn="l" defTabSz="6096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100" b="1" i="0" u="none" strike="noStrike" cap="none" spc="0" baseline="0">
          <a:solidFill>
            <a:schemeClr val="accent1"/>
          </a:solidFill>
          <a:uFillTx/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L="0" marR="0" indent="0" algn="l" defTabSz="6096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100" b="1" i="0" u="none" strike="noStrike" cap="none" spc="0" baseline="0">
          <a:solidFill>
            <a:schemeClr val="accent1"/>
          </a:solidFill>
          <a:uFillTx/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lvl1pPr marL="0" marR="0" indent="0" algn="l" defTabSz="60960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rgbClr val="404040"/>
          </a:solidFill>
          <a:uFillTx/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L="0" marR="0" indent="99060" algn="l" defTabSz="60960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rgbClr val="404040"/>
          </a:solidFill>
          <a:uFillTx/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L="0" marR="0" indent="175260" algn="l" defTabSz="60960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rgbClr val="404040"/>
          </a:solidFill>
          <a:uFillTx/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L="0" marR="0" indent="175260" algn="l" defTabSz="60960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rgbClr val="404040"/>
          </a:solidFill>
          <a:uFillTx/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L="0" marR="0" indent="175260" algn="l" defTabSz="60960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rgbClr val="404040"/>
          </a:solidFill>
          <a:uFillTx/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L="3211830" marR="0" indent="-163830" algn="l" defTabSz="609600" rtl="0" latinLnBrk="0">
        <a:lnSpc>
          <a:spcPct val="12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defRPr sz="1400" b="0" i="0" u="none" strike="noStrike" cap="none" spc="0" baseline="0">
          <a:solidFill>
            <a:srgbClr val="404040"/>
          </a:solidFill>
          <a:uFillTx/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L="3821430" marR="0" indent="-163830" algn="l" defTabSz="609600" rtl="0" latinLnBrk="0">
        <a:lnSpc>
          <a:spcPct val="12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defRPr sz="1400" b="0" i="0" u="none" strike="noStrike" cap="none" spc="0" baseline="0">
          <a:solidFill>
            <a:srgbClr val="404040"/>
          </a:solidFill>
          <a:uFillTx/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L="4431030" marR="0" indent="-163830" algn="l" defTabSz="609600" rtl="0" latinLnBrk="0">
        <a:lnSpc>
          <a:spcPct val="12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defRPr sz="1400" b="0" i="0" u="none" strike="noStrike" cap="none" spc="0" baseline="0">
          <a:solidFill>
            <a:srgbClr val="404040"/>
          </a:solidFill>
          <a:uFillTx/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L="5040630" marR="0" indent="-163830" algn="l" defTabSz="609600" rtl="0" latinLnBrk="0">
        <a:lnSpc>
          <a:spcPct val="12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defRPr sz="1400" b="0" i="0" u="none" strike="noStrike" cap="none" spc="0" baseline="0">
          <a:solidFill>
            <a:srgbClr val="404040"/>
          </a:solidFill>
          <a:uFillTx/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1pPr>
      <a:lvl2pPr marL="0" marR="0" indent="4572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2pPr>
      <a:lvl3pPr marL="0" marR="0" indent="9144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3pPr>
      <a:lvl4pPr marL="0" marR="0" indent="13716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4pPr>
      <a:lvl5pPr marL="0" marR="0" indent="18288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5pPr>
      <a:lvl6pPr marL="0" marR="0" indent="22860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6pPr>
      <a:lvl7pPr marL="0" marR="0" indent="27432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7pPr>
      <a:lvl8pPr marL="0" marR="0" indent="32004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8pPr>
      <a:lvl9pPr marL="0" marR="0" indent="36576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tags" Target="../tags/tag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文本占位符 16"/>
          <p:cNvSpPr txBox="1">
            <a:spLocks noGrp="1"/>
          </p:cNvSpPr>
          <p:nvPr>
            <p:ph type="body" sz="quarter" idx="1"/>
          </p:nvPr>
        </p:nvSpPr>
        <p:spPr>
          <a:xfrm>
            <a:off x="495300" y="5742399"/>
            <a:ext cx="3730553" cy="252001"/>
          </a:xfrm>
          <a:prstGeom prst="rect">
            <a:avLst/>
          </a:prstGeom>
        </p:spPr>
        <p:txBody>
          <a:bodyPr/>
          <a:lstStyle/>
          <a:p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部    门 </a:t>
            </a:r>
            <a:r>
              <a:t>Division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</a:t>
            </a:r>
          </a:p>
        </p:txBody>
      </p:sp>
      <p:sp>
        <p:nvSpPr>
          <p:cNvPr id="190" name="Title 2"/>
          <p:cNvSpPr txBox="1">
            <a:spLocks noGrp="1"/>
          </p:cNvSpPr>
          <p:nvPr>
            <p:ph type="title"/>
          </p:nvPr>
        </p:nvSpPr>
        <p:spPr>
          <a:xfrm>
            <a:off x="487361" y="4478907"/>
            <a:ext cx="11215689" cy="796809"/>
          </a:xfrm>
          <a:prstGeom prst="rect">
            <a:avLst/>
          </a:prstGeom>
        </p:spPr>
        <p:txBody>
          <a:bodyPr/>
          <a:lstStyle/>
          <a:p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幻灯片标题，微软雅黑 加粗 </a:t>
            </a:r>
            <a:r>
              <a:t>24pt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，单倍行距</a:t>
            </a:r>
            <a:b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t>Title of the presentation, Arial Bold 24pt, Single space</a:t>
            </a:r>
          </a:p>
        </p:txBody>
      </p:sp>
      <p:sp>
        <p:nvSpPr>
          <p:cNvPr id="191" name="文本占位符 17"/>
          <p:cNvSpPr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版本号 </a:t>
            </a:r>
            <a:r>
              <a:t>Version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</a:t>
            </a:r>
          </a:p>
        </p:txBody>
      </p:sp>
      <p:sp>
        <p:nvSpPr>
          <p:cNvPr id="192" name="文本占位符 18"/>
          <p:cNvSpPr>
            <a:spLocks noGrp="1"/>
          </p:cNvSpPr>
          <p:nvPr>
            <p:ph type="body" idx="23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日    期 </a:t>
            </a:r>
            <a:r>
              <a:t>Date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 </a:t>
            </a:r>
          </a:p>
        </p:txBody>
      </p:sp>
      <p:pic>
        <p:nvPicPr>
          <p:cNvPr id="3" name="Picture 2" descr="C:\Users\ann_2\Desktop\PPT模板 0915\PPT\335.jpg335"/>
          <p:cNvPicPr>
            <a:picLocks noChangeAspect="1"/>
          </p:cNvPicPr>
          <p:nvPr/>
        </p:nvPicPr>
        <p:blipFill rotWithShape="1">
          <a:blip r:embed="rId3"/>
          <a:srcRect t="4661" b="4661"/>
          <a:stretch>
            <a:fillRect/>
          </a:stretch>
        </p:blipFill>
        <p:spPr>
          <a:xfrm>
            <a:off x="0" y="521367"/>
            <a:ext cx="12198096" cy="3828914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  <a:t>1</a:t>
            </a:fld>
            <a:endParaRPr lang="en-US" alt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议程</a:t>
            </a:r>
            <a:b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altLang="zh-CN" dirty="0"/>
              <a:t>Agenda</a:t>
            </a:r>
          </a:p>
          <a:p>
            <a:endParaRPr lang="en-US" altLang="zh-CN" dirty="0"/>
          </a:p>
          <a:p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内容 </a:t>
            </a:r>
            <a:r>
              <a:rPr lang="en-US" altLang="zh-CN" dirty="0"/>
              <a:t>1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，微软雅黑 </a:t>
            </a:r>
            <a:r>
              <a:rPr lang="en-US" altLang="zh-CN" dirty="0"/>
              <a:t>14pt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，</a:t>
            </a:r>
            <a:r>
              <a:rPr lang="en-US" altLang="zh-CN" dirty="0"/>
              <a:t>1.2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倍行距</a:t>
            </a:r>
            <a:b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altLang="zh-CN" dirty="0"/>
              <a:t>Content, Arial 14pt, Line spacing 1.2</a:t>
            </a:r>
          </a:p>
          <a:p>
            <a:endParaRPr lang="en-US" altLang="zh-CN" dirty="0"/>
          </a:p>
          <a:p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内容 </a:t>
            </a:r>
            <a:r>
              <a:rPr lang="en-US" altLang="zh-CN" dirty="0"/>
              <a:t>2</a:t>
            </a:r>
            <a:br>
              <a:rPr lang="en-US" altLang="zh-CN" dirty="0"/>
            </a:br>
            <a:r>
              <a:rPr lang="en-US" altLang="zh-CN" dirty="0"/>
              <a:t>Content</a:t>
            </a:r>
          </a:p>
          <a:p>
            <a:endParaRPr lang="en-US" altLang="zh-CN" dirty="0"/>
          </a:p>
          <a:p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内容 </a:t>
            </a:r>
            <a:r>
              <a:rPr lang="en-US" altLang="zh-CN" dirty="0"/>
              <a:t>3</a:t>
            </a:r>
            <a:br>
              <a:rPr lang="en-US" altLang="zh-CN" dirty="0"/>
            </a:br>
            <a:r>
              <a:rPr lang="en-US" altLang="zh-CN" dirty="0"/>
              <a:t>Content</a:t>
            </a:r>
          </a:p>
          <a:p>
            <a:endParaRPr lang="zh-CN" altLang="en-US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dirty="0"/>
              <a:t>目录</a:t>
            </a:r>
            <a:br>
              <a:rPr lang="zh-CN" altLang="en-US" dirty="0"/>
            </a:br>
            <a:r>
              <a:rPr lang="en-US" altLang="zh-CN" dirty="0"/>
              <a:t>Catalog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Slide Number Placeholder 5"/>
          <p:cNvSpPr txBox="1">
            <a:spLocks noGrp="1"/>
          </p:cNvSpPr>
          <p:nvPr>
            <p:ph type="sldNum" sz="quarter" idx="2"/>
          </p:nvPr>
        </p:nvSpPr>
        <p:spPr>
          <a:xfrm>
            <a:off x="6032499" y="6420547"/>
            <a:ext cx="127001" cy="135546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2</a:t>
            </a:fld>
            <a:endParaRPr/>
          </a:p>
        </p:txBody>
      </p:sp>
      <p:sp>
        <p:nvSpPr>
          <p:cNvPr id="204" name="Title 3"/>
          <p:cNvSpPr txBox="1">
            <a:spLocks noGrp="1"/>
          </p:cNvSpPr>
          <p:nvPr>
            <p:ph type="title"/>
          </p:nvPr>
        </p:nvSpPr>
        <p:spPr>
          <a:xfrm>
            <a:off x="3404196" y="2023227"/>
            <a:ext cx="8277688" cy="821340"/>
          </a:xfrm>
          <a:prstGeom prst="rect">
            <a:avLst/>
          </a:prstGeom>
        </p:spPr>
        <p:txBody>
          <a:bodyPr/>
          <a:lstStyle/>
          <a:p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分隔页，微软雅黑 加粗 </a:t>
            </a:r>
            <a:r>
              <a:t>16pt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，单倍行距</a:t>
            </a:r>
            <a:b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t>Divider, Arial Bold 16pt, Single space</a:t>
            </a:r>
          </a:p>
        </p:txBody>
      </p:sp>
      <p:sp>
        <p:nvSpPr>
          <p:cNvPr id="205" name="Text Placeholder 5"/>
          <p:cNvSpPr txBox="1">
            <a:spLocks noGrp="1"/>
          </p:cNvSpPr>
          <p:nvPr>
            <p:ph type="body" sz="quarter" idx="1"/>
          </p:nvPr>
        </p:nvSpPr>
        <p:spPr>
          <a:xfrm>
            <a:off x="733473" y="1785221"/>
            <a:ext cx="1715573" cy="1213201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defTabSz="457200">
              <a:spcBef>
                <a:spcPts val="300"/>
              </a:spcBef>
              <a:defRPr sz="7950"/>
            </a:lvl1pPr>
          </a:lstStyle>
          <a:p>
            <a:r>
              <a:t>01</a:t>
            </a:r>
          </a:p>
        </p:txBody>
      </p:sp>
    </p:spTree>
    <p:custDataLst>
      <p:tags r:id="rId1"/>
    </p:custData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  <a:t>3</a:t>
            </a:fld>
            <a:endParaRPr lang="en-US" altLang="zh-CN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dirty="0"/>
              <a:t>编辑标题文字</a:t>
            </a:r>
            <a:br>
              <a:rPr lang="zh-CN" altLang="en-US" dirty="0"/>
            </a:br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  <a:t>4</a:t>
            </a:fld>
            <a:endParaRPr lang="en-US" alt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编辑正文文字 </a:t>
            </a:r>
            <a:r>
              <a:rPr lang="en-US" altLang="zh-CN" dirty="0"/>
              <a:t>Click to edit Master text styles</a:t>
            </a:r>
          </a:p>
          <a:p>
            <a:endParaRPr lang="zh-CN" altLang="en-US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dirty="0"/>
              <a:t>编辑标题文字</a:t>
            </a:r>
            <a:br>
              <a:rPr lang="zh-CN" altLang="en-US" dirty="0"/>
            </a:br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8" name="Rectangle 8"/>
          <p:cNvGrpSpPr/>
          <p:nvPr/>
        </p:nvGrpSpPr>
        <p:grpSpPr>
          <a:xfrm>
            <a:off x="1023076" y="9209616"/>
            <a:ext cx="406401" cy="539647"/>
            <a:chOff x="0" y="0"/>
            <a:chExt cx="406400" cy="539645"/>
          </a:xfrm>
        </p:grpSpPr>
        <p:sp>
          <p:nvSpPr>
            <p:cNvPr id="216" name="矩形"/>
            <p:cNvSpPr/>
            <p:nvPr/>
          </p:nvSpPr>
          <p:spPr>
            <a:xfrm>
              <a:off x="0" y="0"/>
              <a:ext cx="406400" cy="158749"/>
            </a:xfrm>
            <a:prstGeom prst="rect">
              <a:avLst/>
            </a:prstGeom>
            <a:solidFill>
              <a:schemeClr val="accent3"/>
            </a:solidFill>
            <a:ln w="9525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17" name="R  80…"/>
            <p:cNvSpPr txBox="1"/>
            <p:nvPr/>
          </p:nvSpPr>
          <p:spPr>
            <a:xfrm>
              <a:off x="4762" y="4762"/>
              <a:ext cx="289422" cy="5348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0" tIns="0" rIns="0" bIns="0" numCol="1" anchor="t">
              <a:spAutoFit/>
            </a:bodyPr>
            <a:lstStyle/>
            <a:p>
              <a:pPr>
                <a:lnSpc>
                  <a:spcPct val="85000"/>
                </a:lnSpc>
                <a:defRPr sz="800">
                  <a:solidFill>
                    <a:srgbClr val="FFFFFF"/>
                  </a:solidFill>
                </a:defRPr>
              </a:pPr>
              <a:endParaRPr/>
            </a:p>
            <a:p>
              <a:pPr>
                <a:lnSpc>
                  <a:spcPct val="85000"/>
                </a:lnSpc>
                <a:defRPr sz="800">
                  <a:solidFill>
                    <a:srgbClr val="FFFFFF"/>
                  </a:solidFill>
                </a:defRPr>
              </a:pPr>
              <a:endParaRPr/>
            </a:p>
            <a:p>
              <a:pPr>
                <a:defRPr sz="800">
                  <a:solidFill>
                    <a:srgbClr val="FFFFFF"/>
                  </a:solidFill>
                </a:defRPr>
              </a:pPr>
              <a:r>
                <a:t>R  80</a:t>
              </a:r>
            </a:p>
            <a:p>
              <a:pPr>
                <a:defRPr sz="800">
                  <a:solidFill>
                    <a:srgbClr val="FFFFFF"/>
                  </a:solidFill>
                </a:defRPr>
              </a:pPr>
              <a:r>
                <a:t>G  80</a:t>
              </a:r>
            </a:p>
            <a:p>
              <a:pPr>
                <a:defRPr sz="800">
                  <a:solidFill>
                    <a:srgbClr val="FFFFFF"/>
                  </a:solidFill>
                </a:defRPr>
              </a:pPr>
              <a:r>
                <a:t>B  80</a:t>
              </a:r>
            </a:p>
          </p:txBody>
        </p:sp>
      </p:grpSp>
      <p:grpSp>
        <p:nvGrpSpPr>
          <p:cNvPr id="221" name="Rectangle 9"/>
          <p:cNvGrpSpPr/>
          <p:nvPr/>
        </p:nvGrpSpPr>
        <p:grpSpPr>
          <a:xfrm>
            <a:off x="1531076" y="9209616"/>
            <a:ext cx="406401" cy="539647"/>
            <a:chOff x="0" y="0"/>
            <a:chExt cx="406400" cy="539645"/>
          </a:xfrm>
        </p:grpSpPr>
        <p:sp>
          <p:nvSpPr>
            <p:cNvPr id="219" name="矩形"/>
            <p:cNvSpPr/>
            <p:nvPr/>
          </p:nvSpPr>
          <p:spPr>
            <a:xfrm>
              <a:off x="0" y="0"/>
              <a:ext cx="406400" cy="158749"/>
            </a:xfrm>
            <a:prstGeom prst="rect">
              <a:avLst/>
            </a:prstGeom>
            <a:solidFill>
              <a:srgbClr val="505050"/>
            </a:solidFill>
            <a:ln w="9525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20" name="R  0…"/>
            <p:cNvSpPr txBox="1"/>
            <p:nvPr/>
          </p:nvSpPr>
          <p:spPr>
            <a:xfrm>
              <a:off x="4762" y="4762"/>
              <a:ext cx="345927" cy="5348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0" tIns="0" rIns="0" bIns="0" numCol="1" anchor="t">
              <a:spAutoFit/>
            </a:bodyPr>
            <a:lstStyle/>
            <a:p>
              <a:pPr>
                <a:lnSpc>
                  <a:spcPct val="85000"/>
                </a:lnSpc>
                <a:defRPr sz="800">
                  <a:solidFill>
                    <a:srgbClr val="FFFFFF"/>
                  </a:solidFill>
                </a:defRPr>
              </a:pPr>
              <a:endParaRPr/>
            </a:p>
            <a:p>
              <a:pPr>
                <a:lnSpc>
                  <a:spcPct val="85000"/>
                </a:lnSpc>
                <a:defRPr sz="800">
                  <a:solidFill>
                    <a:srgbClr val="FFFFFF"/>
                  </a:solidFill>
                </a:defRPr>
              </a:pPr>
              <a:endParaRPr/>
            </a:p>
            <a:p>
              <a:pPr>
                <a:defRPr sz="800">
                  <a:solidFill>
                    <a:srgbClr val="FFFFFF"/>
                  </a:solidFill>
                </a:defRPr>
              </a:pPr>
              <a:r>
                <a:t>R  0</a:t>
              </a:r>
            </a:p>
            <a:p>
              <a:pPr>
                <a:defRPr sz="800">
                  <a:solidFill>
                    <a:srgbClr val="FFFFFF"/>
                  </a:solidFill>
                </a:defRPr>
              </a:pPr>
              <a:r>
                <a:t>G  181</a:t>
              </a:r>
            </a:p>
            <a:p>
              <a:pPr>
                <a:defRPr sz="800">
                  <a:solidFill>
                    <a:srgbClr val="FFFFFF"/>
                  </a:solidFill>
                </a:defRPr>
              </a:pPr>
              <a:r>
                <a:t>B  226</a:t>
              </a:r>
            </a:p>
          </p:txBody>
        </p:sp>
      </p:grpSp>
      <p:grpSp>
        <p:nvGrpSpPr>
          <p:cNvPr id="224" name="Rectangle 10"/>
          <p:cNvGrpSpPr/>
          <p:nvPr/>
        </p:nvGrpSpPr>
        <p:grpSpPr>
          <a:xfrm>
            <a:off x="2039075" y="9209616"/>
            <a:ext cx="406401" cy="539647"/>
            <a:chOff x="0" y="0"/>
            <a:chExt cx="406400" cy="539645"/>
          </a:xfrm>
        </p:grpSpPr>
        <p:sp>
          <p:nvSpPr>
            <p:cNvPr id="222" name="矩形"/>
            <p:cNvSpPr/>
            <p:nvPr/>
          </p:nvSpPr>
          <p:spPr>
            <a:xfrm>
              <a:off x="0" y="0"/>
              <a:ext cx="406400" cy="158749"/>
            </a:xfrm>
            <a:prstGeom prst="rect">
              <a:avLst/>
            </a:prstGeom>
            <a:solidFill>
              <a:schemeClr val="accent1"/>
            </a:solidFill>
            <a:ln w="9525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8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23" name="R  166…"/>
            <p:cNvSpPr txBox="1"/>
            <p:nvPr/>
          </p:nvSpPr>
          <p:spPr>
            <a:xfrm>
              <a:off x="4762" y="4762"/>
              <a:ext cx="345927" cy="5348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0" tIns="0" rIns="0" bIns="0" numCol="1" anchor="t">
              <a:spAutoFit/>
            </a:bodyPr>
            <a:lstStyle/>
            <a:p>
              <a:pPr>
                <a:lnSpc>
                  <a:spcPct val="85000"/>
                </a:lnSpc>
                <a:defRPr sz="800">
                  <a:solidFill>
                    <a:srgbClr val="FFFFFF"/>
                  </a:solidFill>
                </a:defRPr>
              </a:pPr>
              <a:endParaRPr/>
            </a:p>
            <a:p>
              <a:pPr>
                <a:lnSpc>
                  <a:spcPct val="85000"/>
                </a:lnSpc>
                <a:defRPr sz="800">
                  <a:solidFill>
                    <a:srgbClr val="FFFFFF"/>
                  </a:solidFill>
                </a:defRPr>
              </a:pPr>
              <a:endParaRPr/>
            </a:p>
            <a:p>
              <a:pPr>
                <a:defRPr sz="800">
                  <a:solidFill>
                    <a:srgbClr val="FFFFFF"/>
                  </a:solidFill>
                </a:defRPr>
              </a:pPr>
              <a:r>
                <a:t>R  166</a:t>
              </a:r>
            </a:p>
            <a:p>
              <a:pPr>
                <a:defRPr sz="800">
                  <a:solidFill>
                    <a:srgbClr val="FFFFFF"/>
                  </a:solidFill>
                </a:defRPr>
              </a:pPr>
              <a:r>
                <a:t>G  187</a:t>
              </a:r>
            </a:p>
            <a:p>
              <a:pPr>
                <a:defRPr sz="800">
                  <a:solidFill>
                    <a:srgbClr val="FFFFFF"/>
                  </a:solidFill>
                </a:defRPr>
              </a:pPr>
              <a:r>
                <a:t>B  200</a:t>
              </a:r>
            </a:p>
          </p:txBody>
        </p:sp>
      </p:grpSp>
      <p:grpSp>
        <p:nvGrpSpPr>
          <p:cNvPr id="227" name="Rectangle 11"/>
          <p:cNvGrpSpPr/>
          <p:nvPr/>
        </p:nvGrpSpPr>
        <p:grpSpPr>
          <a:xfrm>
            <a:off x="2547075" y="9209616"/>
            <a:ext cx="406401" cy="539647"/>
            <a:chOff x="0" y="0"/>
            <a:chExt cx="406400" cy="539645"/>
          </a:xfrm>
        </p:grpSpPr>
        <p:sp>
          <p:nvSpPr>
            <p:cNvPr id="225" name="矩形"/>
            <p:cNvSpPr/>
            <p:nvPr/>
          </p:nvSpPr>
          <p:spPr>
            <a:xfrm>
              <a:off x="0" y="0"/>
              <a:ext cx="406400" cy="158749"/>
            </a:xfrm>
            <a:prstGeom prst="rect">
              <a:avLst/>
            </a:prstGeom>
            <a:solidFill>
              <a:schemeClr val="accent2"/>
            </a:solidFill>
            <a:ln w="9525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8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26" name="R  51…"/>
            <p:cNvSpPr txBox="1"/>
            <p:nvPr/>
          </p:nvSpPr>
          <p:spPr>
            <a:xfrm>
              <a:off x="4762" y="4762"/>
              <a:ext cx="289422" cy="5348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0" tIns="0" rIns="0" bIns="0" numCol="1" anchor="t">
              <a:spAutoFit/>
            </a:bodyPr>
            <a:lstStyle/>
            <a:p>
              <a:pPr>
                <a:lnSpc>
                  <a:spcPct val="85000"/>
                </a:lnSpc>
                <a:defRPr sz="800">
                  <a:solidFill>
                    <a:srgbClr val="FFFFFF"/>
                  </a:solidFill>
                </a:defRPr>
              </a:pPr>
              <a:endParaRPr/>
            </a:p>
            <a:p>
              <a:pPr>
                <a:lnSpc>
                  <a:spcPct val="85000"/>
                </a:lnSpc>
                <a:defRPr sz="800">
                  <a:solidFill>
                    <a:srgbClr val="FFFFFF"/>
                  </a:solidFill>
                </a:defRPr>
              </a:pPr>
              <a:endParaRPr/>
            </a:p>
            <a:p>
              <a:pPr>
                <a:defRPr sz="800">
                  <a:solidFill>
                    <a:srgbClr val="FFFFFF"/>
                  </a:solidFill>
                </a:defRPr>
              </a:pPr>
              <a:r>
                <a:t>R  51</a:t>
              </a:r>
            </a:p>
            <a:p>
              <a:pPr>
                <a:defRPr sz="800">
                  <a:solidFill>
                    <a:srgbClr val="FFFFFF"/>
                  </a:solidFill>
                </a:defRPr>
              </a:pPr>
              <a:r>
                <a:t>G  63</a:t>
              </a:r>
            </a:p>
            <a:p>
              <a:pPr>
                <a:defRPr sz="800">
                  <a:solidFill>
                    <a:srgbClr val="FFFFFF"/>
                  </a:solidFill>
                </a:defRPr>
              </a:pPr>
              <a:r>
                <a:t>B  72</a:t>
              </a:r>
            </a:p>
          </p:txBody>
        </p:sp>
      </p:grpSp>
      <p:sp>
        <p:nvSpPr>
          <p:cNvPr id="228" name="Rectangle 25"/>
          <p:cNvSpPr txBox="1"/>
          <p:nvPr/>
        </p:nvSpPr>
        <p:spPr>
          <a:xfrm>
            <a:off x="518649" y="9211864"/>
            <a:ext cx="355601" cy="1651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defRPr sz="9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pPr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基础色</a:t>
            </a:r>
          </a:p>
        </p:txBody>
      </p:sp>
      <p:grpSp>
        <p:nvGrpSpPr>
          <p:cNvPr id="242" name="Group 6"/>
          <p:cNvGrpSpPr/>
          <p:nvPr/>
        </p:nvGrpSpPr>
        <p:grpSpPr>
          <a:xfrm>
            <a:off x="3359279" y="9209598"/>
            <a:ext cx="2431253" cy="539647"/>
            <a:chOff x="0" y="0"/>
            <a:chExt cx="2431252" cy="539645"/>
          </a:xfrm>
        </p:grpSpPr>
        <p:grpSp>
          <p:nvGrpSpPr>
            <p:cNvPr id="231" name="Rectangle 14"/>
            <p:cNvGrpSpPr/>
            <p:nvPr/>
          </p:nvGrpSpPr>
          <p:grpSpPr>
            <a:xfrm>
              <a:off x="500853" y="-1"/>
              <a:ext cx="406400" cy="539647"/>
              <a:chOff x="0" y="0"/>
              <a:chExt cx="406399" cy="539645"/>
            </a:xfrm>
          </p:grpSpPr>
          <p:sp>
            <p:nvSpPr>
              <p:cNvPr id="229" name="矩形"/>
              <p:cNvSpPr/>
              <p:nvPr/>
            </p:nvSpPr>
            <p:spPr>
              <a:xfrm>
                <a:off x="0" y="0"/>
                <a:ext cx="406400" cy="158749"/>
              </a:xfrm>
              <a:prstGeom prst="rect">
                <a:avLst/>
              </a:prstGeom>
              <a:solidFill>
                <a:schemeClr val="accent3"/>
              </a:solidFill>
              <a:ln w="9525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 sz="8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230" name="R  255…"/>
              <p:cNvSpPr txBox="1"/>
              <p:nvPr/>
            </p:nvSpPr>
            <p:spPr>
              <a:xfrm>
                <a:off x="4762" y="4762"/>
                <a:ext cx="340272" cy="53488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0" tIns="0" rIns="0" bIns="0" numCol="1" anchor="t">
                <a:spAutoFit/>
              </a:bodyPr>
              <a:lstStyle/>
              <a:p>
                <a:pPr>
                  <a:lnSpc>
                    <a:spcPct val="85000"/>
                  </a:lnSpc>
                  <a:defRPr sz="800">
                    <a:solidFill>
                      <a:srgbClr val="FFFFFF"/>
                    </a:solidFill>
                  </a:defRPr>
                </a:pPr>
                <a:endParaRPr/>
              </a:p>
              <a:p>
                <a:pPr>
                  <a:lnSpc>
                    <a:spcPct val="85000"/>
                  </a:lnSpc>
                  <a:defRPr sz="800">
                    <a:solidFill>
                      <a:srgbClr val="FFFFFF"/>
                    </a:solidFill>
                  </a:defRPr>
                </a:pPr>
                <a:endParaRPr/>
              </a:p>
              <a:p>
                <a:pPr>
                  <a:defRPr sz="800">
                    <a:solidFill>
                      <a:srgbClr val="FFFFFF"/>
                    </a:solidFill>
                  </a:defRPr>
                </a:pPr>
                <a:r>
                  <a:t>R  255</a:t>
                </a:r>
              </a:p>
              <a:p>
                <a:pPr>
                  <a:defRPr sz="800">
                    <a:solidFill>
                      <a:srgbClr val="FFFFFF"/>
                    </a:solidFill>
                  </a:defRPr>
                </a:pPr>
                <a:r>
                  <a:t>G  91</a:t>
                </a:r>
              </a:p>
              <a:p>
                <a:pPr>
                  <a:defRPr sz="800">
                    <a:solidFill>
                      <a:srgbClr val="FFFFFF"/>
                    </a:solidFill>
                  </a:defRPr>
                </a:pPr>
                <a:r>
                  <a:t>B  63</a:t>
                </a:r>
              </a:p>
            </p:txBody>
          </p:sp>
        </p:grpSp>
        <p:grpSp>
          <p:nvGrpSpPr>
            <p:cNvPr id="234" name="Rectangle 15"/>
            <p:cNvGrpSpPr/>
            <p:nvPr/>
          </p:nvGrpSpPr>
          <p:grpSpPr>
            <a:xfrm>
              <a:off x="1008853" y="-1"/>
              <a:ext cx="406400" cy="539647"/>
              <a:chOff x="0" y="0"/>
              <a:chExt cx="406399" cy="539645"/>
            </a:xfrm>
          </p:grpSpPr>
          <p:sp>
            <p:nvSpPr>
              <p:cNvPr id="232" name="矩形"/>
              <p:cNvSpPr/>
              <p:nvPr/>
            </p:nvSpPr>
            <p:spPr>
              <a:xfrm>
                <a:off x="0" y="0"/>
                <a:ext cx="406400" cy="158749"/>
              </a:xfrm>
              <a:prstGeom prst="rect">
                <a:avLst/>
              </a:prstGeom>
              <a:solidFill>
                <a:schemeClr val="accent4"/>
              </a:solidFill>
              <a:ln w="9525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33" name="R  188…"/>
              <p:cNvSpPr txBox="1"/>
              <p:nvPr/>
            </p:nvSpPr>
            <p:spPr>
              <a:xfrm>
                <a:off x="4762" y="4762"/>
                <a:ext cx="340272" cy="53488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0" tIns="0" rIns="0" bIns="0" numCol="1" anchor="t">
                <a:spAutoFit/>
              </a:bodyPr>
              <a:lstStyle/>
              <a:p>
                <a:pPr>
                  <a:lnSpc>
                    <a:spcPct val="85000"/>
                  </a:lnSpc>
                  <a:defRPr sz="800">
                    <a:solidFill>
                      <a:srgbClr val="FFFFFF"/>
                    </a:solidFill>
                  </a:defRPr>
                </a:pPr>
                <a:endParaRPr/>
              </a:p>
              <a:p>
                <a:pPr>
                  <a:lnSpc>
                    <a:spcPct val="85000"/>
                  </a:lnSpc>
                  <a:defRPr sz="800">
                    <a:solidFill>
                      <a:srgbClr val="FFFFFF"/>
                    </a:solidFill>
                  </a:defRPr>
                </a:pPr>
                <a:endParaRPr/>
              </a:p>
              <a:p>
                <a:pPr>
                  <a:defRPr sz="800">
                    <a:solidFill>
                      <a:srgbClr val="FFFFFF"/>
                    </a:solidFill>
                  </a:defRPr>
                </a:pPr>
                <a:r>
                  <a:t>R  188</a:t>
                </a:r>
              </a:p>
              <a:p>
                <a:pPr>
                  <a:defRPr sz="800">
                    <a:solidFill>
                      <a:srgbClr val="FFFFFF"/>
                    </a:solidFill>
                  </a:defRPr>
                </a:pPr>
                <a:r>
                  <a:t>G  35</a:t>
                </a:r>
              </a:p>
              <a:p>
                <a:pPr>
                  <a:defRPr sz="800">
                    <a:solidFill>
                      <a:srgbClr val="FFFFFF"/>
                    </a:solidFill>
                  </a:defRPr>
                </a:pPr>
                <a:r>
                  <a:t>B  47</a:t>
                </a:r>
              </a:p>
            </p:txBody>
          </p:sp>
        </p:grpSp>
        <p:grpSp>
          <p:nvGrpSpPr>
            <p:cNvPr id="237" name="Rectangle 16"/>
            <p:cNvGrpSpPr/>
            <p:nvPr/>
          </p:nvGrpSpPr>
          <p:grpSpPr>
            <a:xfrm>
              <a:off x="1516853" y="-1"/>
              <a:ext cx="406400" cy="539647"/>
              <a:chOff x="0" y="0"/>
              <a:chExt cx="406399" cy="539645"/>
            </a:xfrm>
          </p:grpSpPr>
          <p:sp>
            <p:nvSpPr>
              <p:cNvPr id="235" name="矩形"/>
              <p:cNvSpPr/>
              <p:nvPr/>
            </p:nvSpPr>
            <p:spPr>
              <a:xfrm>
                <a:off x="0" y="0"/>
                <a:ext cx="406400" cy="158749"/>
              </a:xfrm>
              <a:prstGeom prst="rect">
                <a:avLst/>
              </a:prstGeom>
              <a:solidFill>
                <a:schemeClr val="accent5"/>
              </a:solidFill>
              <a:ln w="9525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 sz="8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236" name="R  140…"/>
              <p:cNvSpPr txBox="1"/>
              <p:nvPr/>
            </p:nvSpPr>
            <p:spPr>
              <a:xfrm>
                <a:off x="4762" y="4762"/>
                <a:ext cx="345927" cy="53488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0" tIns="0" rIns="0" bIns="0" numCol="1" anchor="t">
                <a:spAutoFit/>
              </a:bodyPr>
              <a:lstStyle/>
              <a:p>
                <a:pPr>
                  <a:lnSpc>
                    <a:spcPct val="85000"/>
                  </a:lnSpc>
                  <a:defRPr sz="800">
                    <a:solidFill>
                      <a:srgbClr val="FFFFFF"/>
                    </a:solidFill>
                  </a:defRPr>
                </a:pPr>
                <a:endParaRPr/>
              </a:p>
              <a:p>
                <a:pPr>
                  <a:lnSpc>
                    <a:spcPct val="85000"/>
                  </a:lnSpc>
                  <a:defRPr sz="800">
                    <a:solidFill>
                      <a:srgbClr val="FFFFFF"/>
                    </a:solidFill>
                  </a:defRPr>
                </a:pPr>
                <a:endParaRPr/>
              </a:p>
              <a:p>
                <a:pPr>
                  <a:defRPr sz="800">
                    <a:solidFill>
                      <a:srgbClr val="FFFFFF"/>
                    </a:solidFill>
                  </a:defRPr>
                </a:pPr>
                <a:r>
                  <a:t>R  140</a:t>
                </a:r>
              </a:p>
              <a:p>
                <a:pPr>
                  <a:defRPr sz="800">
                    <a:solidFill>
                      <a:srgbClr val="FFFFFF"/>
                    </a:solidFill>
                  </a:defRPr>
                </a:pPr>
                <a:r>
                  <a:t>G  226</a:t>
                </a:r>
              </a:p>
              <a:p>
                <a:pPr>
                  <a:defRPr sz="800">
                    <a:solidFill>
                      <a:srgbClr val="FFFFFF"/>
                    </a:solidFill>
                  </a:defRPr>
                </a:pPr>
                <a:r>
                  <a:t>B  208</a:t>
                </a:r>
              </a:p>
            </p:txBody>
          </p:sp>
        </p:grpSp>
        <p:grpSp>
          <p:nvGrpSpPr>
            <p:cNvPr id="240" name="Rectangle 17"/>
            <p:cNvGrpSpPr/>
            <p:nvPr/>
          </p:nvGrpSpPr>
          <p:grpSpPr>
            <a:xfrm>
              <a:off x="2024852" y="-1"/>
              <a:ext cx="406401" cy="539647"/>
              <a:chOff x="0" y="0"/>
              <a:chExt cx="406399" cy="539645"/>
            </a:xfrm>
          </p:grpSpPr>
          <p:sp>
            <p:nvSpPr>
              <p:cNvPr id="238" name="矩形"/>
              <p:cNvSpPr/>
              <p:nvPr/>
            </p:nvSpPr>
            <p:spPr>
              <a:xfrm>
                <a:off x="0" y="0"/>
                <a:ext cx="406400" cy="158749"/>
              </a:xfrm>
              <a:prstGeom prst="rect">
                <a:avLst/>
              </a:prstGeom>
              <a:solidFill>
                <a:schemeClr val="accent6"/>
              </a:solidFill>
              <a:ln w="9525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39" name="R  0…"/>
              <p:cNvSpPr txBox="1"/>
              <p:nvPr/>
            </p:nvSpPr>
            <p:spPr>
              <a:xfrm>
                <a:off x="4762" y="4762"/>
                <a:ext cx="338387" cy="53488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0" tIns="0" rIns="0" bIns="0" numCol="1" anchor="t">
                <a:spAutoFit/>
              </a:bodyPr>
              <a:lstStyle/>
              <a:p>
                <a:pPr>
                  <a:lnSpc>
                    <a:spcPct val="85000"/>
                  </a:lnSpc>
                  <a:defRPr sz="800">
                    <a:solidFill>
                      <a:srgbClr val="FFFFFF"/>
                    </a:solidFill>
                  </a:defRPr>
                </a:pPr>
                <a:endParaRPr/>
              </a:p>
              <a:p>
                <a:pPr>
                  <a:lnSpc>
                    <a:spcPct val="85000"/>
                  </a:lnSpc>
                  <a:defRPr sz="800">
                    <a:solidFill>
                      <a:srgbClr val="FFFFFF"/>
                    </a:solidFill>
                  </a:defRPr>
                </a:pPr>
                <a:endParaRPr/>
              </a:p>
              <a:p>
                <a:pPr>
                  <a:defRPr sz="800">
                    <a:solidFill>
                      <a:srgbClr val="FFFFFF"/>
                    </a:solidFill>
                  </a:defRPr>
                </a:pPr>
                <a:r>
                  <a:t>R  0</a:t>
                </a:r>
              </a:p>
              <a:p>
                <a:pPr>
                  <a:defRPr sz="800">
                    <a:solidFill>
                      <a:srgbClr val="FFFFFF"/>
                    </a:solidFill>
                  </a:defRPr>
                </a:pPr>
                <a:r>
                  <a:t>G  115</a:t>
                </a:r>
              </a:p>
              <a:p>
                <a:pPr>
                  <a:defRPr sz="800">
                    <a:solidFill>
                      <a:srgbClr val="FFFFFF"/>
                    </a:solidFill>
                  </a:defRPr>
                </a:pPr>
                <a:r>
                  <a:t>B  119</a:t>
                </a:r>
              </a:p>
            </p:txBody>
          </p:sp>
        </p:grpSp>
        <p:sp>
          <p:nvSpPr>
            <p:cNvPr id="241" name="Rectangle 26"/>
            <p:cNvSpPr txBox="1"/>
            <p:nvPr/>
          </p:nvSpPr>
          <p:spPr>
            <a:xfrm>
              <a:off x="0" y="2247"/>
              <a:ext cx="355600" cy="16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0" tIns="0" rIns="0" bIns="0" numCol="1" anchor="t">
              <a:spAutoFit/>
            </a:bodyPr>
            <a:lstStyle>
              <a:lvl1pPr>
                <a:defRPr sz="90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defRPr>
              </a:lvl1pPr>
            </a:lstStyle>
            <a:p>
              <a:pPr>
                <a:defRPr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pPr>
              <a:r>
                <a:rPr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辅助色</a:t>
              </a:r>
            </a:p>
          </p:txBody>
        </p:sp>
      </p:grpSp>
    </p:spTree>
    <p:custDataLst>
      <p:tags r:id="rId1"/>
    </p:custDataLst>
  </p:cSld>
  <p:clrMapOvr>
    <a:masterClrMapping/>
  </p:clrMapOvr>
  <p:transition spd="med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zI1MzljODBiNDliMzEyMzFlZWNlN2EzYjU0N2YzMWEifQ=="/>
  <p:tag name="ISLIDE.THEME" val="#480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HEME" val="https://www.islide.cc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HEME" val="https://www.islide.cc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HEME" val="https://www.islide.cc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HEME" val="https://www.islide.cc;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HEME" val="https://www.islide.cc;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HEME" val="https://www.islide.cc;"/>
</p:tagLst>
</file>

<file path=ppt/theme/theme1.xml><?xml version="1.0" encoding="utf-8"?>
<a:theme xmlns:a="http://schemas.openxmlformats.org/drawingml/2006/main" name="Contents">
  <a:themeElements>
    <a:clrScheme name="Contents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33F48"/>
      </a:accent1>
      <a:accent2>
        <a:srgbClr val="0077C8"/>
      </a:accent2>
      <a:accent3>
        <a:srgbClr val="A6BBC8"/>
      </a:accent3>
      <a:accent4>
        <a:srgbClr val="FFC72C"/>
      </a:accent4>
      <a:accent5>
        <a:srgbClr val="CB333B"/>
      </a:accent5>
      <a:accent6>
        <a:srgbClr val="84BD00"/>
      </a:accent6>
      <a:hlink>
        <a:srgbClr val="0000FF"/>
      </a:hlink>
      <a:folHlink>
        <a:srgbClr val="FF00FF"/>
      </a:folHlink>
    </a:clrScheme>
    <a:fontScheme name="Contents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Content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6096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 panose="020B0604020202020204"/>
            <a:ea typeface="Arial" panose="020B0604020202020204"/>
            <a:cs typeface="Arial" panose="020B0604020202020204"/>
            <a:sym typeface="Arial" panose="020B060402020202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6096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 panose="020B0604020202020204"/>
            <a:ea typeface="Arial" panose="020B0604020202020204"/>
            <a:cs typeface="Arial" panose="020B0604020202020204"/>
            <a:sym typeface="Arial" panose="020B060402020202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">
  <a:themeElements>
    <a:clrScheme name="Contents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33F48"/>
      </a:accent1>
      <a:accent2>
        <a:srgbClr val="0077C8"/>
      </a:accent2>
      <a:accent3>
        <a:srgbClr val="A6BBC8"/>
      </a:accent3>
      <a:accent4>
        <a:srgbClr val="FFC72C"/>
      </a:accent4>
      <a:accent5>
        <a:srgbClr val="CB333B"/>
      </a:accent5>
      <a:accent6>
        <a:srgbClr val="84BD00"/>
      </a:accent6>
      <a:hlink>
        <a:srgbClr val="0000FF"/>
      </a:hlink>
      <a:folHlink>
        <a:srgbClr val="FF00FF"/>
      </a:folHlink>
    </a:clrScheme>
    <a:fontScheme name="Contents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Content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6096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 panose="020B0604020202020204"/>
            <a:ea typeface="Arial" panose="020B0604020202020204"/>
            <a:cs typeface="Arial" panose="020B0604020202020204"/>
            <a:sym typeface="Arial" panose="020B060402020202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6096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 panose="020B0604020202020204"/>
            <a:ea typeface="Arial" panose="020B0604020202020204"/>
            <a:cs typeface="Arial" panose="020B0604020202020204"/>
            <a:sym typeface="Arial" panose="020B060402020202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164</Words>
  <Application>Microsoft Office PowerPoint</Application>
  <PresentationFormat>宽屏</PresentationFormat>
  <Paragraphs>63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微软雅黑</vt:lpstr>
      <vt:lpstr>Arial</vt:lpstr>
      <vt:lpstr>Calibri</vt:lpstr>
      <vt:lpstr>Contents</vt:lpstr>
      <vt:lpstr>幻灯片标题，微软雅黑 加粗 24pt，单倍行距 Title of the presentation, Arial Bold 24pt, Single space</vt:lpstr>
      <vt:lpstr>目录 Catalog</vt:lpstr>
      <vt:lpstr>分隔页，微软雅黑 加粗 16pt，单倍行距 Divider, Arial Bold 16pt, Single space</vt:lpstr>
      <vt:lpstr>编辑标题文字 Click to edit Master title style</vt:lpstr>
      <vt:lpstr>编辑标题文字 Click to edit Master title style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幻灯片标题，微软雅黑 加粗 24pt，单倍行距 Title of the presentation, Arial Bold 24pt, Single space</dc:title>
  <dc:creator>Hubery Huan</dc:creator>
  <cp:lastModifiedBy>Ma Jienuona (SVW ECC-1)</cp:lastModifiedBy>
  <cp:revision>47</cp:revision>
  <dcterms:created xsi:type="dcterms:W3CDTF">2023-11-21T10:12:00Z</dcterms:created>
  <dcterms:modified xsi:type="dcterms:W3CDTF">2026-07-03T06:14:01Z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5BC59378489849BF84BB0531FCE70AB5_13</vt:lpwstr>
  </property>
  <property fmtid="{D5CDD505-2E9C-101B-9397-08002B2CF9AE}" pid="3" name="KSOProductBuildVer">
    <vt:lpwstr>2052-12.1.0.17147</vt:lpwstr>
  </property>
</Properties>
</file>